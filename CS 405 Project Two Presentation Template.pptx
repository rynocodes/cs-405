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5"/>
  </p:notesMasterIdLst>
  <p:sldIdLst>
    <p:sldId id="256" r:id="rId5"/>
    <p:sldId id="257" r:id="rId6"/>
    <p:sldId id="258" r:id="rId7"/>
    <p:sldId id="259" r:id="rId8"/>
    <p:sldId id="260" r:id="rId9"/>
    <p:sldId id="261" r:id="rId10"/>
    <p:sldId id="262" r:id="rId11"/>
    <p:sldId id="273" r:id="rId12"/>
    <p:sldId id="272" r:id="rId13"/>
    <p:sldId id="263" r:id="rId14"/>
    <p:sldId id="270" r:id="rId15"/>
    <p:sldId id="271"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64" r:id="rId29"/>
    <p:sldId id="265" r:id="rId30"/>
    <p:sldId id="266" r:id="rId31"/>
    <p:sldId id="267" r:id="rId32"/>
    <p:sldId id="268" r:id="rId33"/>
    <p:sldId id="269" r:id="rId34"/>
  </p:sldIdLst>
  <p:sldSz cx="12192000" cy="6858000"/>
  <p:notesSz cx="6858000" cy="9144000"/>
  <p:embeddedFontLst>
    <p:embeddedFont>
      <p:font typeface="Century Gothic" panose="020B0502020202020204" pitchFamily="34" charset="0"/>
      <p:regular r:id="rId36"/>
      <p:bold r:id="rId37"/>
      <p:italic r:id="rId38"/>
      <p:boldItalic r:id="rId39"/>
    </p:embeddedFont>
  </p:embeddedFontLst>
  <p:custDataLst>
    <p:tags r:id="rId40"/>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046A081E-2F34-4C05-9AD4-44F1E9D202CA}">
          <p14:sldIdLst>
            <p14:sldId id="256"/>
            <p14:sldId id="257"/>
            <p14:sldId id="258"/>
            <p14:sldId id="259"/>
            <p14:sldId id="260"/>
            <p14:sldId id="261"/>
            <p14:sldId id="262"/>
            <p14:sldId id="273"/>
            <p14:sldId id="272"/>
            <p14:sldId id="263"/>
            <p14:sldId id="270"/>
            <p14:sldId id="271"/>
            <p14:sldId id="274"/>
            <p14:sldId id="275"/>
            <p14:sldId id="276"/>
            <p14:sldId id="277"/>
            <p14:sldId id="278"/>
            <p14:sldId id="279"/>
            <p14:sldId id="280"/>
            <p14:sldId id="281"/>
            <p14:sldId id="282"/>
            <p14:sldId id="283"/>
            <p14:sldId id="284"/>
            <p14:sldId id="285"/>
            <p14:sldId id="264"/>
            <p14:sldId id="265"/>
            <p14:sldId id="266"/>
            <p14:sldId id="267"/>
            <p14:sldId id="268"/>
            <p14:sldId id="26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1"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69F8F4-345C-43BB-ADF4-BD1B1AD99426}" v="4" dt="2026-06-27T21:31:25.386"/>
    <p1510:client id="{81510702-AA45-45CE-883C-804E5F3F599B}" v="10" dt="2026-06-28T15:10:16.154"/>
  </p1510:revLst>
</p1510:revInfo>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0" d="100"/>
          <a:sy n="60" d="100"/>
        </p:scale>
        <p:origin x="78" y="105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tags" Target="tags/tag1.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6/11/relationships/changesInfo" Target="changesInfos/changesInfo1.xml"/><Relationship Id="rId20" Type="http://schemas.openxmlformats.org/officeDocument/2006/relationships/slide" Target="slides/slide16.xml"/><Relationship Id="rId41"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kaya, Julianne" userId="bcc58ef2-c5bf-4c2c-9231-b0b8533929a6" providerId="ADAL" clId="{C2C84D83-0D4F-4266-8153-EBBF12018044}"/>
    <pc:docChg chg="undo custSel addSld delSld modSld addSection delSection">
      <pc:chgData name="Takaya, Julianne" userId="bcc58ef2-c5bf-4c2c-9231-b0b8533929a6" providerId="ADAL" clId="{C2C84D83-0D4F-4266-8153-EBBF12018044}" dt="2026-06-28T15:10:57.177" v="9206" actId="20577"/>
      <pc:docMkLst>
        <pc:docMk/>
      </pc:docMkLst>
      <pc:sldChg chg="addSp delSp modSp mod modClrScheme chgLayout">
        <pc:chgData name="Takaya, Julianne" userId="bcc58ef2-c5bf-4c2c-9231-b0b8533929a6" providerId="ADAL" clId="{C2C84D83-0D4F-4266-8153-EBBF12018044}" dt="2026-06-28T13:43:22.556" v="4938" actId="20577"/>
        <pc:sldMkLst>
          <pc:docMk/>
          <pc:sldMk cId="0" sldId="263"/>
        </pc:sldMkLst>
        <pc:spChg chg="add del mod ord">
          <ac:chgData name="Takaya, Julianne" userId="bcc58ef2-c5bf-4c2c-9231-b0b8533929a6" providerId="ADAL" clId="{C2C84D83-0D4F-4266-8153-EBBF12018044}" dt="2026-06-28T12:39:38.558" v="1594" actId="478"/>
          <ac:spMkLst>
            <pc:docMk/>
            <pc:sldMk cId="0" sldId="263"/>
            <ac:spMk id="8" creationId="{E8119E93-C187-CCE8-26E6-0FF7DFA2C44B}"/>
          </ac:spMkLst>
        </pc:spChg>
        <pc:spChg chg="add del mod ord">
          <ac:chgData name="Takaya, Julianne" userId="bcc58ef2-c5bf-4c2c-9231-b0b8533929a6" providerId="ADAL" clId="{C2C84D83-0D4F-4266-8153-EBBF12018044}" dt="2026-06-28T12:42:02.395" v="1612" actId="478"/>
          <ac:spMkLst>
            <pc:docMk/>
            <pc:sldMk cId="0" sldId="263"/>
            <ac:spMk id="9" creationId="{5FB73102-3AEB-4E30-80FB-0476B13914F6}"/>
          </ac:spMkLst>
        </pc:spChg>
        <pc:spChg chg="mod ord">
          <ac:chgData name="Takaya, Julianne" userId="bcc58ef2-c5bf-4c2c-9231-b0b8533929a6" providerId="ADAL" clId="{C2C84D83-0D4F-4266-8153-EBBF12018044}" dt="2026-06-28T12:41:21.182" v="1606" actId="700"/>
          <ac:spMkLst>
            <pc:docMk/>
            <pc:sldMk cId="0" sldId="263"/>
            <ac:spMk id="195" creationId="{00000000-0000-0000-0000-000000000000}"/>
          </ac:spMkLst>
        </pc:spChg>
        <pc:spChg chg="mod ord">
          <ac:chgData name="Takaya, Julianne" userId="bcc58ef2-c5bf-4c2c-9231-b0b8533929a6" providerId="ADAL" clId="{C2C84D83-0D4F-4266-8153-EBBF12018044}" dt="2026-06-28T13:43:22.556" v="4938" actId="20577"/>
          <ac:spMkLst>
            <pc:docMk/>
            <pc:sldMk cId="0" sldId="263"/>
            <ac:spMk id="196" creationId="{00000000-0000-0000-0000-000000000000}"/>
          </ac:spMkLst>
        </pc:spChg>
        <pc:picChg chg="add del mod">
          <ac:chgData name="Takaya, Julianne" userId="bcc58ef2-c5bf-4c2c-9231-b0b8533929a6" providerId="ADAL" clId="{C2C84D83-0D4F-4266-8153-EBBF12018044}" dt="2026-06-28T11:49:37.181" v="76" actId="478"/>
          <ac:picMkLst>
            <pc:docMk/>
            <pc:sldMk cId="0" sldId="263"/>
            <ac:picMk id="3" creationId="{FC5DDC25-E857-C6AD-040F-B0BF2B7E8DB7}"/>
          </ac:picMkLst>
        </pc:picChg>
        <pc:picChg chg="add mod">
          <ac:chgData name="Takaya, Julianne" userId="bcc58ef2-c5bf-4c2c-9231-b0b8533929a6" providerId="ADAL" clId="{C2C84D83-0D4F-4266-8153-EBBF12018044}" dt="2026-06-28T12:41:58.897" v="1611" actId="1076"/>
          <ac:picMkLst>
            <pc:docMk/>
            <pc:sldMk cId="0" sldId="263"/>
            <ac:picMk id="5" creationId="{950401BD-4773-A100-D518-0589E2281F74}"/>
          </ac:picMkLst>
        </pc:picChg>
        <pc:picChg chg="add mod">
          <ac:chgData name="Takaya, Julianne" userId="bcc58ef2-c5bf-4c2c-9231-b0b8533929a6" providerId="ADAL" clId="{C2C84D83-0D4F-4266-8153-EBBF12018044}" dt="2026-06-28T12:41:58.897" v="1611" actId="1076"/>
          <ac:picMkLst>
            <pc:docMk/>
            <pc:sldMk cId="0" sldId="263"/>
            <ac:picMk id="7" creationId="{72B6328C-6A54-DB41-25E2-B69A61758356}"/>
          </ac:picMkLst>
        </pc:picChg>
      </pc:sldChg>
      <pc:sldChg chg="modSp mod">
        <pc:chgData name="Takaya, Julianne" userId="bcc58ef2-c5bf-4c2c-9231-b0b8533929a6" providerId="ADAL" clId="{C2C84D83-0D4F-4266-8153-EBBF12018044}" dt="2026-06-28T14:18:29.195" v="6141" actId="1076"/>
        <pc:sldMkLst>
          <pc:docMk/>
          <pc:sldMk cId="0" sldId="264"/>
        </pc:sldMkLst>
        <pc:picChg chg="mod">
          <ac:chgData name="Takaya, Julianne" userId="bcc58ef2-c5bf-4c2c-9231-b0b8533929a6" providerId="ADAL" clId="{C2C84D83-0D4F-4266-8153-EBBF12018044}" dt="2026-06-28T14:18:29.195" v="6141" actId="1076"/>
          <ac:picMkLst>
            <pc:docMk/>
            <pc:sldMk cId="0" sldId="264"/>
            <ac:picMk id="203" creationId="{00000000-0000-0000-0000-000000000000}"/>
          </ac:picMkLst>
        </pc:picChg>
      </pc:sldChg>
      <pc:sldChg chg="addSp delSp modSp mod modClrScheme chgLayout">
        <pc:chgData name="Takaya, Julianne" userId="bcc58ef2-c5bf-4c2c-9231-b0b8533929a6" providerId="ADAL" clId="{C2C84D83-0D4F-4266-8153-EBBF12018044}" dt="2026-06-28T14:41:35.538" v="7180" actId="20577"/>
        <pc:sldMkLst>
          <pc:docMk/>
          <pc:sldMk cId="0" sldId="265"/>
        </pc:sldMkLst>
        <pc:spChg chg="add mod ord">
          <ac:chgData name="Takaya, Julianne" userId="bcc58ef2-c5bf-4c2c-9231-b0b8533929a6" providerId="ADAL" clId="{C2C84D83-0D4F-4266-8153-EBBF12018044}" dt="2026-06-28T14:38:44.086" v="6931" actId="20577"/>
          <ac:spMkLst>
            <pc:docMk/>
            <pc:sldMk cId="0" sldId="265"/>
            <ac:spMk id="2" creationId="{7AE5ABAA-BFE6-E59E-2AA5-B1159678DDEC}"/>
          </ac:spMkLst>
        </pc:spChg>
        <pc:spChg chg="add mod ord">
          <ac:chgData name="Takaya, Julianne" userId="bcc58ef2-c5bf-4c2c-9231-b0b8533929a6" providerId="ADAL" clId="{C2C84D83-0D4F-4266-8153-EBBF12018044}" dt="2026-06-28T14:41:35.538" v="7180" actId="20577"/>
          <ac:spMkLst>
            <pc:docMk/>
            <pc:sldMk cId="0" sldId="265"/>
            <ac:spMk id="3" creationId="{E0458675-5457-53F2-4E69-57C7623ACDFD}"/>
          </ac:spMkLst>
        </pc:spChg>
        <pc:spChg chg="mod ord">
          <ac:chgData name="Takaya, Julianne" userId="bcc58ef2-c5bf-4c2c-9231-b0b8533929a6" providerId="ADAL" clId="{C2C84D83-0D4F-4266-8153-EBBF12018044}" dt="2026-06-28T14:29:11.846" v="6319" actId="700"/>
          <ac:spMkLst>
            <pc:docMk/>
            <pc:sldMk cId="0" sldId="265"/>
            <ac:spMk id="209" creationId="{00000000-0000-0000-0000-000000000000}"/>
          </ac:spMkLst>
        </pc:spChg>
        <pc:spChg chg="del mod ord">
          <ac:chgData name="Takaya, Julianne" userId="bcc58ef2-c5bf-4c2c-9231-b0b8533929a6" providerId="ADAL" clId="{C2C84D83-0D4F-4266-8153-EBBF12018044}" dt="2026-06-28T14:29:11.846" v="6319" actId="700"/>
          <ac:spMkLst>
            <pc:docMk/>
            <pc:sldMk cId="0" sldId="265"/>
            <ac:spMk id="210" creationId="{00000000-0000-0000-0000-000000000000}"/>
          </ac:spMkLst>
        </pc:spChg>
      </pc:sldChg>
      <pc:sldChg chg="addSp delSp modSp mod modClrScheme chgLayout">
        <pc:chgData name="Takaya, Julianne" userId="bcc58ef2-c5bf-4c2c-9231-b0b8533929a6" providerId="ADAL" clId="{C2C84D83-0D4F-4266-8153-EBBF12018044}" dt="2026-06-28T14:47:36.702" v="8077" actId="20577"/>
        <pc:sldMkLst>
          <pc:docMk/>
          <pc:sldMk cId="0" sldId="266"/>
        </pc:sldMkLst>
        <pc:spChg chg="add mod ord">
          <ac:chgData name="Takaya, Julianne" userId="bcc58ef2-c5bf-4c2c-9231-b0b8533929a6" providerId="ADAL" clId="{C2C84D83-0D4F-4266-8153-EBBF12018044}" dt="2026-06-28T14:44:08.374" v="7554" actId="27636"/>
          <ac:spMkLst>
            <pc:docMk/>
            <pc:sldMk cId="0" sldId="266"/>
            <ac:spMk id="2" creationId="{F14E4592-C09A-E2BB-5854-6A4A260DA66B}"/>
          </ac:spMkLst>
        </pc:spChg>
        <pc:spChg chg="add mod ord">
          <ac:chgData name="Takaya, Julianne" userId="bcc58ef2-c5bf-4c2c-9231-b0b8533929a6" providerId="ADAL" clId="{C2C84D83-0D4F-4266-8153-EBBF12018044}" dt="2026-06-28T14:45:48.806" v="7783" actId="20577"/>
          <ac:spMkLst>
            <pc:docMk/>
            <pc:sldMk cId="0" sldId="266"/>
            <ac:spMk id="3" creationId="{39222024-7A2F-691E-F868-EF6E986BA914}"/>
          </ac:spMkLst>
        </pc:spChg>
        <pc:spChg chg="add mod ord">
          <ac:chgData name="Takaya, Julianne" userId="bcc58ef2-c5bf-4c2c-9231-b0b8533929a6" providerId="ADAL" clId="{C2C84D83-0D4F-4266-8153-EBBF12018044}" dt="2026-06-28T14:44:17.156" v="7585" actId="20577"/>
          <ac:spMkLst>
            <pc:docMk/>
            <pc:sldMk cId="0" sldId="266"/>
            <ac:spMk id="4" creationId="{4E38D182-DA57-11C7-A7E8-73A9CBB07E9B}"/>
          </ac:spMkLst>
        </pc:spChg>
        <pc:spChg chg="add mod ord">
          <ac:chgData name="Takaya, Julianne" userId="bcc58ef2-c5bf-4c2c-9231-b0b8533929a6" providerId="ADAL" clId="{C2C84D83-0D4F-4266-8153-EBBF12018044}" dt="2026-06-28T14:47:36.702" v="8077" actId="20577"/>
          <ac:spMkLst>
            <pc:docMk/>
            <pc:sldMk cId="0" sldId="266"/>
            <ac:spMk id="5" creationId="{C5BD5F87-9D3C-EFCF-0138-41EA4319FB6F}"/>
          </ac:spMkLst>
        </pc:spChg>
        <pc:spChg chg="mod ord">
          <ac:chgData name="Takaya, Julianne" userId="bcc58ef2-c5bf-4c2c-9231-b0b8533929a6" providerId="ADAL" clId="{C2C84D83-0D4F-4266-8153-EBBF12018044}" dt="2026-06-28T14:43:48.355" v="7488" actId="700"/>
          <ac:spMkLst>
            <pc:docMk/>
            <pc:sldMk cId="0" sldId="266"/>
            <ac:spMk id="216" creationId="{00000000-0000-0000-0000-000000000000}"/>
          </ac:spMkLst>
        </pc:spChg>
        <pc:spChg chg="del mod ord">
          <ac:chgData name="Takaya, Julianne" userId="bcc58ef2-c5bf-4c2c-9231-b0b8533929a6" providerId="ADAL" clId="{C2C84D83-0D4F-4266-8153-EBBF12018044}" dt="2026-06-28T14:43:48.355" v="7488" actId="700"/>
          <ac:spMkLst>
            <pc:docMk/>
            <pc:sldMk cId="0" sldId="266"/>
            <ac:spMk id="217" creationId="{00000000-0000-0000-0000-000000000000}"/>
          </ac:spMkLst>
        </pc:spChg>
      </pc:sldChg>
      <pc:sldChg chg="modSp mod">
        <pc:chgData name="Takaya, Julianne" userId="bcc58ef2-c5bf-4c2c-9231-b0b8533929a6" providerId="ADAL" clId="{C2C84D83-0D4F-4266-8153-EBBF12018044}" dt="2026-06-28T14:53:44.444" v="8510" actId="948"/>
        <pc:sldMkLst>
          <pc:docMk/>
          <pc:sldMk cId="0" sldId="267"/>
        </pc:sldMkLst>
        <pc:spChg chg="mod">
          <ac:chgData name="Takaya, Julianne" userId="bcc58ef2-c5bf-4c2c-9231-b0b8533929a6" providerId="ADAL" clId="{C2C84D83-0D4F-4266-8153-EBBF12018044}" dt="2026-06-28T14:53:44.444" v="8510" actId="948"/>
          <ac:spMkLst>
            <pc:docMk/>
            <pc:sldMk cId="0" sldId="267"/>
            <ac:spMk id="224" creationId="{00000000-0000-0000-0000-000000000000}"/>
          </ac:spMkLst>
        </pc:spChg>
      </pc:sldChg>
      <pc:sldChg chg="modSp mod">
        <pc:chgData name="Takaya, Julianne" userId="bcc58ef2-c5bf-4c2c-9231-b0b8533929a6" providerId="ADAL" clId="{C2C84D83-0D4F-4266-8153-EBBF12018044}" dt="2026-06-28T14:59:05.569" v="9201" actId="20577"/>
        <pc:sldMkLst>
          <pc:docMk/>
          <pc:sldMk cId="0" sldId="268"/>
        </pc:sldMkLst>
        <pc:spChg chg="mod">
          <ac:chgData name="Takaya, Julianne" userId="bcc58ef2-c5bf-4c2c-9231-b0b8533929a6" providerId="ADAL" clId="{C2C84D83-0D4F-4266-8153-EBBF12018044}" dt="2026-06-28T14:59:05.569" v="9201" actId="20577"/>
          <ac:spMkLst>
            <pc:docMk/>
            <pc:sldMk cId="0" sldId="268"/>
            <ac:spMk id="231" creationId="{00000000-0000-0000-0000-000000000000}"/>
          </ac:spMkLst>
        </pc:spChg>
      </pc:sldChg>
      <pc:sldChg chg="modSp mod">
        <pc:chgData name="Takaya, Julianne" userId="bcc58ef2-c5bf-4c2c-9231-b0b8533929a6" providerId="ADAL" clId="{C2C84D83-0D4F-4266-8153-EBBF12018044}" dt="2026-06-28T15:10:57.177" v="9206" actId="20577"/>
        <pc:sldMkLst>
          <pc:docMk/>
          <pc:sldMk cId="0" sldId="269"/>
        </pc:sldMkLst>
        <pc:spChg chg="mod">
          <ac:chgData name="Takaya, Julianne" userId="bcc58ef2-c5bf-4c2c-9231-b0b8533929a6" providerId="ADAL" clId="{C2C84D83-0D4F-4266-8153-EBBF12018044}" dt="2026-06-28T15:10:57.177" v="9206" actId="20577"/>
          <ac:spMkLst>
            <pc:docMk/>
            <pc:sldMk cId="0" sldId="269"/>
            <ac:spMk id="238" creationId="{00000000-0000-0000-0000-000000000000}"/>
          </ac:spMkLst>
        </pc:spChg>
      </pc:sldChg>
      <pc:sldChg chg="addSp delSp modSp new mod modClrScheme chgLayout">
        <pc:chgData name="Takaya, Julianne" userId="bcc58ef2-c5bf-4c2c-9231-b0b8533929a6" providerId="ADAL" clId="{C2C84D83-0D4F-4266-8153-EBBF12018044}" dt="2026-06-28T13:42:30.199" v="4777" actId="20577"/>
        <pc:sldMkLst>
          <pc:docMk/>
          <pc:sldMk cId="1645139510" sldId="270"/>
        </pc:sldMkLst>
        <pc:spChg chg="mod ord">
          <ac:chgData name="Takaya, Julianne" userId="bcc58ef2-c5bf-4c2c-9231-b0b8533929a6" providerId="ADAL" clId="{C2C84D83-0D4F-4266-8153-EBBF12018044}" dt="2026-06-28T12:42:25.581" v="1615" actId="700"/>
          <ac:spMkLst>
            <pc:docMk/>
            <pc:sldMk cId="1645139510" sldId="270"/>
            <ac:spMk id="2" creationId="{CCFE6055-9105-3E81-329E-5FA9D562A554}"/>
          </ac:spMkLst>
        </pc:spChg>
        <pc:spChg chg="add mod ord">
          <ac:chgData name="Takaya, Julianne" userId="bcc58ef2-c5bf-4c2c-9231-b0b8533929a6" providerId="ADAL" clId="{C2C84D83-0D4F-4266-8153-EBBF12018044}" dt="2026-06-28T13:42:30.199" v="4777" actId="20577"/>
          <ac:spMkLst>
            <pc:docMk/>
            <pc:sldMk cId="1645139510" sldId="270"/>
            <ac:spMk id="3" creationId="{F3598CA5-D18E-31DD-AF1A-813D59AFB76E}"/>
          </ac:spMkLst>
        </pc:spChg>
        <pc:spChg chg="add del mod ord">
          <ac:chgData name="Takaya, Julianne" userId="bcc58ef2-c5bf-4c2c-9231-b0b8533929a6" providerId="ADAL" clId="{C2C84D83-0D4F-4266-8153-EBBF12018044}" dt="2026-06-28T12:36:21.536" v="1566" actId="931"/>
          <ac:spMkLst>
            <pc:docMk/>
            <pc:sldMk cId="1645139510" sldId="270"/>
            <ac:spMk id="8" creationId="{DECDCAFB-1D21-DD97-73E1-E78FDC091FC1}"/>
          </ac:spMkLst>
        </pc:spChg>
        <pc:spChg chg="add del mod">
          <ac:chgData name="Takaya, Julianne" userId="bcc58ef2-c5bf-4c2c-9231-b0b8533929a6" providerId="ADAL" clId="{C2C84D83-0D4F-4266-8153-EBBF12018044}" dt="2026-06-28T12:36:52.172" v="1571" actId="700"/>
          <ac:spMkLst>
            <pc:docMk/>
            <pc:sldMk cId="1645139510" sldId="270"/>
            <ac:spMk id="12" creationId="{E3F6F074-C0B8-76B4-1596-44A113CFCB51}"/>
          </ac:spMkLst>
        </pc:spChg>
        <pc:spChg chg="add del mod ord">
          <ac:chgData name="Takaya, Julianne" userId="bcc58ef2-c5bf-4c2c-9231-b0b8533929a6" providerId="ADAL" clId="{C2C84D83-0D4F-4266-8153-EBBF12018044}" dt="2026-06-28T12:37:46.713" v="1579" actId="478"/>
          <ac:spMkLst>
            <pc:docMk/>
            <pc:sldMk cId="1645139510" sldId="270"/>
            <ac:spMk id="13" creationId="{8C726A45-FED8-8982-5976-BF6FB61234FD}"/>
          </ac:spMkLst>
        </pc:spChg>
        <pc:spChg chg="add del mod ord">
          <ac:chgData name="Takaya, Julianne" userId="bcc58ef2-c5bf-4c2c-9231-b0b8533929a6" providerId="ADAL" clId="{C2C84D83-0D4F-4266-8153-EBBF12018044}" dt="2026-06-28T12:42:39.487" v="1618" actId="478"/>
          <ac:spMkLst>
            <pc:docMk/>
            <pc:sldMk cId="1645139510" sldId="270"/>
            <ac:spMk id="14" creationId="{3842D576-2979-F6B0-B975-382ABE7285A2}"/>
          </ac:spMkLst>
        </pc:spChg>
        <pc:picChg chg="add mod">
          <ac:chgData name="Takaya, Julianne" userId="bcc58ef2-c5bf-4c2c-9231-b0b8533929a6" providerId="ADAL" clId="{C2C84D83-0D4F-4266-8153-EBBF12018044}" dt="2026-06-28T12:42:37.313" v="1617" actId="1076"/>
          <ac:picMkLst>
            <pc:docMk/>
            <pc:sldMk cId="1645139510" sldId="270"/>
            <ac:picMk id="5" creationId="{7ABA9360-7F17-0AE6-3C2D-1111B287ED33}"/>
          </ac:picMkLst>
        </pc:picChg>
        <pc:picChg chg="add mod">
          <ac:chgData name="Takaya, Julianne" userId="bcc58ef2-c5bf-4c2c-9231-b0b8533929a6" providerId="ADAL" clId="{C2C84D83-0D4F-4266-8153-EBBF12018044}" dt="2026-06-28T12:42:37.313" v="1617" actId="1076"/>
          <ac:picMkLst>
            <pc:docMk/>
            <pc:sldMk cId="1645139510" sldId="270"/>
            <ac:picMk id="7" creationId="{8FD59D9C-EBFF-BD6C-DBA8-2F1A95CA2FA7}"/>
          </ac:picMkLst>
        </pc:picChg>
        <pc:picChg chg="add del mod ord">
          <ac:chgData name="Takaya, Julianne" userId="bcc58ef2-c5bf-4c2c-9231-b0b8533929a6" providerId="ADAL" clId="{C2C84D83-0D4F-4266-8153-EBBF12018044}" dt="2026-06-28T12:36:28.551" v="1568" actId="478"/>
          <ac:picMkLst>
            <pc:docMk/>
            <pc:sldMk cId="1645139510" sldId="270"/>
            <ac:picMk id="10" creationId="{FF89A760-4F8F-4A23-575F-FC655D7663C7}"/>
          </ac:picMkLst>
        </pc:picChg>
      </pc:sldChg>
      <pc:sldChg chg="addSp delSp modSp new mod modClrScheme chgLayout">
        <pc:chgData name="Takaya, Julianne" userId="bcc58ef2-c5bf-4c2c-9231-b0b8533929a6" providerId="ADAL" clId="{C2C84D83-0D4F-4266-8153-EBBF12018044}" dt="2026-06-28T13:41:36.488" v="4616" actId="20577"/>
        <pc:sldMkLst>
          <pc:docMk/>
          <pc:sldMk cId="975425253" sldId="271"/>
        </pc:sldMkLst>
        <pc:spChg chg="mod ord">
          <ac:chgData name="Takaya, Julianne" userId="bcc58ef2-c5bf-4c2c-9231-b0b8533929a6" providerId="ADAL" clId="{C2C84D83-0D4F-4266-8153-EBBF12018044}" dt="2026-06-28T12:43:25.784" v="1624" actId="700"/>
          <ac:spMkLst>
            <pc:docMk/>
            <pc:sldMk cId="975425253" sldId="271"/>
            <ac:spMk id="2" creationId="{BDEAC1F7-3B52-0D9A-1895-AF60870340B3}"/>
          </ac:spMkLst>
        </pc:spChg>
        <pc:spChg chg="mod ord">
          <ac:chgData name="Takaya, Julianne" userId="bcc58ef2-c5bf-4c2c-9231-b0b8533929a6" providerId="ADAL" clId="{C2C84D83-0D4F-4266-8153-EBBF12018044}" dt="2026-06-28T13:41:36.488" v="4616" actId="20577"/>
          <ac:spMkLst>
            <pc:docMk/>
            <pc:sldMk cId="975425253" sldId="271"/>
            <ac:spMk id="3" creationId="{7EBFDC4C-4FF5-E6FF-B90A-6836DF6D18AE}"/>
          </ac:spMkLst>
        </pc:spChg>
        <pc:spChg chg="add del mod ord">
          <ac:chgData name="Takaya, Julianne" userId="bcc58ef2-c5bf-4c2c-9231-b0b8533929a6" providerId="ADAL" clId="{C2C84D83-0D4F-4266-8153-EBBF12018044}" dt="2026-06-28T12:29:03.682" v="1554" actId="478"/>
          <ac:spMkLst>
            <pc:docMk/>
            <pc:sldMk cId="975425253" sldId="271"/>
            <ac:spMk id="6" creationId="{2528AE30-1E83-7C76-7B58-CE63A3099B5A}"/>
          </ac:spMkLst>
        </pc:spChg>
        <pc:spChg chg="add del mod ord">
          <ac:chgData name="Takaya, Julianne" userId="bcc58ef2-c5bf-4c2c-9231-b0b8533929a6" providerId="ADAL" clId="{C2C84D83-0D4F-4266-8153-EBBF12018044}" dt="2026-06-28T12:44:14.461" v="1632" actId="478"/>
          <ac:spMkLst>
            <pc:docMk/>
            <pc:sldMk cId="975425253" sldId="271"/>
            <ac:spMk id="9" creationId="{D8DAA9F2-6BD6-96B4-46BF-905BE675A872}"/>
          </ac:spMkLst>
        </pc:spChg>
        <pc:picChg chg="add mod">
          <ac:chgData name="Takaya, Julianne" userId="bcc58ef2-c5bf-4c2c-9231-b0b8533929a6" providerId="ADAL" clId="{C2C84D83-0D4F-4266-8153-EBBF12018044}" dt="2026-06-28T12:44:06.015" v="1630" actId="14100"/>
          <ac:picMkLst>
            <pc:docMk/>
            <pc:sldMk cId="975425253" sldId="271"/>
            <ac:picMk id="5" creationId="{0EE8C338-E70A-3525-808D-2FB3A62F532B}"/>
          </ac:picMkLst>
        </pc:picChg>
        <pc:picChg chg="add mod">
          <ac:chgData name="Takaya, Julianne" userId="bcc58ef2-c5bf-4c2c-9231-b0b8533929a6" providerId="ADAL" clId="{C2C84D83-0D4F-4266-8153-EBBF12018044}" dt="2026-06-28T12:44:11.256" v="1631" actId="1076"/>
          <ac:picMkLst>
            <pc:docMk/>
            <pc:sldMk cId="975425253" sldId="271"/>
            <ac:picMk id="8" creationId="{73BE1E06-E360-EEEE-8151-C56D248D7C40}"/>
          </ac:picMkLst>
        </pc:picChg>
      </pc:sldChg>
      <pc:sldChg chg="addSp delSp modSp new mod modClrScheme chgLayout">
        <pc:chgData name="Takaya, Julianne" userId="bcc58ef2-c5bf-4c2c-9231-b0b8533929a6" providerId="ADAL" clId="{C2C84D83-0D4F-4266-8153-EBBF12018044}" dt="2026-06-28T12:56:38.104" v="2310" actId="20577"/>
        <pc:sldMkLst>
          <pc:docMk/>
          <pc:sldMk cId="1165034970" sldId="272"/>
        </pc:sldMkLst>
        <pc:spChg chg="mod ord">
          <ac:chgData name="Takaya, Julianne" userId="bcc58ef2-c5bf-4c2c-9231-b0b8533929a6" providerId="ADAL" clId="{C2C84D83-0D4F-4266-8153-EBBF12018044}" dt="2026-06-28T12:39:58.683" v="1596" actId="700"/>
          <ac:spMkLst>
            <pc:docMk/>
            <pc:sldMk cId="1165034970" sldId="272"/>
            <ac:spMk id="2" creationId="{4AFD9EA9-A23B-5D36-19C2-6F8874084385}"/>
          </ac:spMkLst>
        </pc:spChg>
        <pc:spChg chg="mod ord">
          <ac:chgData name="Takaya, Julianne" userId="bcc58ef2-c5bf-4c2c-9231-b0b8533929a6" providerId="ADAL" clId="{C2C84D83-0D4F-4266-8153-EBBF12018044}" dt="2026-06-28T12:56:38.104" v="2310" actId="20577"/>
          <ac:spMkLst>
            <pc:docMk/>
            <pc:sldMk cId="1165034970" sldId="272"/>
            <ac:spMk id="3" creationId="{DAE16412-996B-ED27-C03E-50556457B1B2}"/>
          </ac:spMkLst>
        </pc:spChg>
        <pc:spChg chg="add del mod ord">
          <ac:chgData name="Takaya, Julianne" userId="bcc58ef2-c5bf-4c2c-9231-b0b8533929a6" providerId="ADAL" clId="{C2C84D83-0D4F-4266-8153-EBBF12018044}" dt="2026-06-28T12:40:58.931" v="1604" actId="478"/>
          <ac:spMkLst>
            <pc:docMk/>
            <pc:sldMk cId="1165034970" sldId="272"/>
            <ac:spMk id="12" creationId="{96DE0549-278D-7974-55C6-D62238F85E7A}"/>
          </ac:spMkLst>
        </pc:spChg>
        <pc:picChg chg="add del mod">
          <ac:chgData name="Takaya, Julianne" userId="bcc58ef2-c5bf-4c2c-9231-b0b8533929a6" providerId="ADAL" clId="{C2C84D83-0D4F-4266-8153-EBBF12018044}" dt="2026-06-28T12:02:56.541" v="497" actId="478"/>
          <ac:picMkLst>
            <pc:docMk/>
            <pc:sldMk cId="1165034970" sldId="272"/>
            <ac:picMk id="5" creationId="{E1442DF5-6864-C200-CEF7-E06437B250D0}"/>
          </ac:picMkLst>
        </pc:picChg>
        <pc:picChg chg="add mod">
          <ac:chgData name="Takaya, Julianne" userId="bcc58ef2-c5bf-4c2c-9231-b0b8533929a6" providerId="ADAL" clId="{C2C84D83-0D4F-4266-8153-EBBF12018044}" dt="2026-06-28T12:40:52.725" v="1603" actId="1076"/>
          <ac:picMkLst>
            <pc:docMk/>
            <pc:sldMk cId="1165034970" sldId="272"/>
            <ac:picMk id="7" creationId="{B125FA10-4A4A-3CB8-3399-90479133045B}"/>
          </ac:picMkLst>
        </pc:picChg>
        <pc:picChg chg="add del mod">
          <ac:chgData name="Takaya, Julianne" userId="bcc58ef2-c5bf-4c2c-9231-b0b8533929a6" providerId="ADAL" clId="{C2C84D83-0D4F-4266-8153-EBBF12018044}" dt="2026-06-28T12:03:47.764" v="501" actId="478"/>
          <ac:picMkLst>
            <pc:docMk/>
            <pc:sldMk cId="1165034970" sldId="272"/>
            <ac:picMk id="9" creationId="{B1AB7516-E73B-CA8D-0015-B1584E9D8EA2}"/>
          </ac:picMkLst>
        </pc:picChg>
        <pc:picChg chg="add mod">
          <ac:chgData name="Takaya, Julianne" userId="bcc58ef2-c5bf-4c2c-9231-b0b8533929a6" providerId="ADAL" clId="{C2C84D83-0D4F-4266-8153-EBBF12018044}" dt="2026-06-28T12:41:06.461" v="1605" actId="1076"/>
          <ac:picMkLst>
            <pc:docMk/>
            <pc:sldMk cId="1165034970" sldId="272"/>
            <ac:picMk id="11" creationId="{3D405205-0E5D-36E6-9CBD-B8F516D03B45}"/>
          </ac:picMkLst>
        </pc:picChg>
      </pc:sldChg>
      <pc:sldChg chg="modSp new mod">
        <pc:chgData name="Takaya, Julianne" userId="bcc58ef2-c5bf-4c2c-9231-b0b8533929a6" providerId="ADAL" clId="{C2C84D83-0D4F-4266-8153-EBBF12018044}" dt="2026-06-28T12:49:44.138" v="2165" actId="20577"/>
        <pc:sldMkLst>
          <pc:docMk/>
          <pc:sldMk cId="3020857515" sldId="273"/>
        </pc:sldMkLst>
        <pc:spChg chg="mod">
          <ac:chgData name="Takaya, Julianne" userId="bcc58ef2-c5bf-4c2c-9231-b0b8533929a6" providerId="ADAL" clId="{C2C84D83-0D4F-4266-8153-EBBF12018044}" dt="2026-06-28T12:09:12.419" v="629" actId="20577"/>
          <ac:spMkLst>
            <pc:docMk/>
            <pc:sldMk cId="3020857515" sldId="273"/>
            <ac:spMk id="2" creationId="{473CA6B0-09DD-1333-5AE2-AB6DC640DB80}"/>
          </ac:spMkLst>
        </pc:spChg>
        <pc:spChg chg="mod">
          <ac:chgData name="Takaya, Julianne" userId="bcc58ef2-c5bf-4c2c-9231-b0b8533929a6" providerId="ADAL" clId="{C2C84D83-0D4F-4266-8153-EBBF12018044}" dt="2026-06-28T12:49:44.138" v="2165" actId="20577"/>
          <ac:spMkLst>
            <pc:docMk/>
            <pc:sldMk cId="3020857515" sldId="273"/>
            <ac:spMk id="3" creationId="{64EA548C-ECA3-7D64-295F-D6C81B083CCF}"/>
          </ac:spMkLst>
        </pc:spChg>
      </pc:sldChg>
      <pc:sldChg chg="addSp delSp modSp new mod">
        <pc:chgData name="Takaya, Julianne" userId="bcc58ef2-c5bf-4c2c-9231-b0b8533929a6" providerId="ADAL" clId="{C2C84D83-0D4F-4266-8153-EBBF12018044}" dt="2026-06-28T13:39:33.329" v="4490" actId="20577"/>
        <pc:sldMkLst>
          <pc:docMk/>
          <pc:sldMk cId="2800256224" sldId="274"/>
        </pc:sldMkLst>
        <pc:spChg chg="mod">
          <ac:chgData name="Takaya, Julianne" userId="bcc58ef2-c5bf-4c2c-9231-b0b8533929a6" providerId="ADAL" clId="{C2C84D83-0D4F-4266-8153-EBBF12018044}" dt="2026-06-28T12:44:54.283" v="1698" actId="20577"/>
          <ac:spMkLst>
            <pc:docMk/>
            <pc:sldMk cId="2800256224" sldId="274"/>
            <ac:spMk id="2" creationId="{F20FE458-532B-AE91-567D-4C0A27D2340E}"/>
          </ac:spMkLst>
        </pc:spChg>
        <pc:spChg chg="mod">
          <ac:chgData name="Takaya, Julianne" userId="bcc58ef2-c5bf-4c2c-9231-b0b8533929a6" providerId="ADAL" clId="{C2C84D83-0D4F-4266-8153-EBBF12018044}" dt="2026-06-28T13:39:33.329" v="4490" actId="20577"/>
          <ac:spMkLst>
            <pc:docMk/>
            <pc:sldMk cId="2800256224" sldId="274"/>
            <ac:spMk id="3" creationId="{70B1676E-49D1-FF29-5FDB-E0ED8874C7F0}"/>
          </ac:spMkLst>
        </pc:spChg>
        <pc:spChg chg="del">
          <ac:chgData name="Takaya, Julianne" userId="bcc58ef2-c5bf-4c2c-9231-b0b8533929a6" providerId="ADAL" clId="{C2C84D83-0D4F-4266-8153-EBBF12018044}" dt="2026-06-28T12:47:37.369" v="1840" actId="478"/>
          <ac:spMkLst>
            <pc:docMk/>
            <pc:sldMk cId="2800256224" sldId="274"/>
            <ac:spMk id="4" creationId="{C2C403D1-F5C2-E480-B612-1967756F3410}"/>
          </ac:spMkLst>
        </pc:spChg>
        <pc:picChg chg="add mod">
          <ac:chgData name="Takaya, Julianne" userId="bcc58ef2-c5bf-4c2c-9231-b0b8533929a6" providerId="ADAL" clId="{C2C84D83-0D4F-4266-8153-EBBF12018044}" dt="2026-06-28T12:47:31.131" v="1838" actId="1076"/>
          <ac:picMkLst>
            <pc:docMk/>
            <pc:sldMk cId="2800256224" sldId="274"/>
            <ac:picMk id="6" creationId="{D4CECF4C-01A9-1444-46C7-1823B05EC446}"/>
          </ac:picMkLst>
        </pc:picChg>
        <pc:picChg chg="add mod modCrop">
          <ac:chgData name="Takaya, Julianne" userId="bcc58ef2-c5bf-4c2c-9231-b0b8533929a6" providerId="ADAL" clId="{C2C84D83-0D4F-4266-8153-EBBF12018044}" dt="2026-06-28T13:26:53.650" v="3423" actId="732"/>
          <ac:picMkLst>
            <pc:docMk/>
            <pc:sldMk cId="2800256224" sldId="274"/>
            <ac:picMk id="8" creationId="{F8093996-B032-336F-767B-9F9CC98BE448}"/>
          </ac:picMkLst>
        </pc:picChg>
      </pc:sldChg>
      <pc:sldChg chg="addSp delSp modSp new mod">
        <pc:chgData name="Takaya, Julianne" userId="bcc58ef2-c5bf-4c2c-9231-b0b8533929a6" providerId="ADAL" clId="{C2C84D83-0D4F-4266-8153-EBBF12018044}" dt="2026-06-28T13:39:20.962" v="4470" actId="20577"/>
        <pc:sldMkLst>
          <pc:docMk/>
          <pc:sldMk cId="2753737276" sldId="275"/>
        </pc:sldMkLst>
        <pc:spChg chg="mod">
          <ac:chgData name="Takaya, Julianne" userId="bcc58ef2-c5bf-4c2c-9231-b0b8533929a6" providerId="ADAL" clId="{C2C84D83-0D4F-4266-8153-EBBF12018044}" dt="2026-06-28T12:48:40.578" v="1963" actId="20577"/>
          <ac:spMkLst>
            <pc:docMk/>
            <pc:sldMk cId="2753737276" sldId="275"/>
            <ac:spMk id="2" creationId="{57DDD76F-C985-623D-3B75-CA2026037C5F}"/>
          </ac:spMkLst>
        </pc:spChg>
        <pc:spChg chg="mod">
          <ac:chgData name="Takaya, Julianne" userId="bcc58ef2-c5bf-4c2c-9231-b0b8533929a6" providerId="ADAL" clId="{C2C84D83-0D4F-4266-8153-EBBF12018044}" dt="2026-06-28T13:39:20.962" v="4470" actId="20577"/>
          <ac:spMkLst>
            <pc:docMk/>
            <pc:sldMk cId="2753737276" sldId="275"/>
            <ac:spMk id="3" creationId="{E7428F26-3225-BB82-C232-91E05B67EA8D}"/>
          </ac:spMkLst>
        </pc:spChg>
        <pc:spChg chg="del">
          <ac:chgData name="Takaya, Julianne" userId="bcc58ef2-c5bf-4c2c-9231-b0b8533929a6" providerId="ADAL" clId="{C2C84D83-0D4F-4266-8153-EBBF12018044}" dt="2026-06-28T12:54:59.907" v="2174" actId="478"/>
          <ac:spMkLst>
            <pc:docMk/>
            <pc:sldMk cId="2753737276" sldId="275"/>
            <ac:spMk id="4" creationId="{4BA3B8B6-9B77-C8CF-8950-6CF1BBFF2D2E}"/>
          </ac:spMkLst>
        </pc:spChg>
        <pc:picChg chg="add mod">
          <ac:chgData name="Takaya, Julianne" userId="bcc58ef2-c5bf-4c2c-9231-b0b8533929a6" providerId="ADAL" clId="{C2C84D83-0D4F-4266-8153-EBBF12018044}" dt="2026-06-28T12:54:51.477" v="2172" actId="1076"/>
          <ac:picMkLst>
            <pc:docMk/>
            <pc:sldMk cId="2753737276" sldId="275"/>
            <ac:picMk id="6" creationId="{C148E961-0D34-F24A-A1E7-98BF35E76C2E}"/>
          </ac:picMkLst>
        </pc:picChg>
        <pc:picChg chg="add mod">
          <ac:chgData name="Takaya, Julianne" userId="bcc58ef2-c5bf-4c2c-9231-b0b8533929a6" providerId="ADAL" clId="{C2C84D83-0D4F-4266-8153-EBBF12018044}" dt="2026-06-28T12:54:56.827" v="2173" actId="1076"/>
          <ac:picMkLst>
            <pc:docMk/>
            <pc:sldMk cId="2753737276" sldId="275"/>
            <ac:picMk id="8" creationId="{89C4440F-DFB4-26CF-5FED-315C992191D8}"/>
          </ac:picMkLst>
        </pc:picChg>
      </pc:sldChg>
      <pc:sldChg chg="addSp delSp modSp new mod">
        <pc:chgData name="Takaya, Julianne" userId="bcc58ef2-c5bf-4c2c-9231-b0b8533929a6" providerId="ADAL" clId="{C2C84D83-0D4F-4266-8153-EBBF12018044}" dt="2026-06-28T13:38:41.024" v="4366" actId="20577"/>
        <pc:sldMkLst>
          <pc:docMk/>
          <pc:sldMk cId="2949940075" sldId="276"/>
        </pc:sldMkLst>
        <pc:spChg chg="mod">
          <ac:chgData name="Takaya, Julianne" userId="bcc58ef2-c5bf-4c2c-9231-b0b8533929a6" providerId="ADAL" clId="{C2C84D83-0D4F-4266-8153-EBBF12018044}" dt="2026-06-28T12:57:18.690" v="2375" actId="20577"/>
          <ac:spMkLst>
            <pc:docMk/>
            <pc:sldMk cId="2949940075" sldId="276"/>
            <ac:spMk id="2" creationId="{C5124A62-5F92-F6BD-DF1A-96E963C9CF59}"/>
          </ac:spMkLst>
        </pc:spChg>
        <pc:spChg chg="mod">
          <ac:chgData name="Takaya, Julianne" userId="bcc58ef2-c5bf-4c2c-9231-b0b8533929a6" providerId="ADAL" clId="{C2C84D83-0D4F-4266-8153-EBBF12018044}" dt="2026-06-28T13:38:41.024" v="4366" actId="20577"/>
          <ac:spMkLst>
            <pc:docMk/>
            <pc:sldMk cId="2949940075" sldId="276"/>
            <ac:spMk id="3" creationId="{270C354E-CF6A-1EAA-D05F-417DE9773B72}"/>
          </ac:spMkLst>
        </pc:spChg>
        <pc:spChg chg="del">
          <ac:chgData name="Takaya, Julianne" userId="bcc58ef2-c5bf-4c2c-9231-b0b8533929a6" providerId="ADAL" clId="{C2C84D83-0D4F-4266-8153-EBBF12018044}" dt="2026-06-28T13:00:18.676" v="2447" actId="478"/>
          <ac:spMkLst>
            <pc:docMk/>
            <pc:sldMk cId="2949940075" sldId="276"/>
            <ac:spMk id="4" creationId="{5E3D0C23-F3DA-4011-EE7F-5074041B250E}"/>
          </ac:spMkLst>
        </pc:spChg>
        <pc:picChg chg="add mod">
          <ac:chgData name="Takaya, Julianne" userId="bcc58ef2-c5bf-4c2c-9231-b0b8533929a6" providerId="ADAL" clId="{C2C84D83-0D4F-4266-8153-EBBF12018044}" dt="2026-06-28T13:00:10.487" v="2445" actId="1076"/>
          <ac:picMkLst>
            <pc:docMk/>
            <pc:sldMk cId="2949940075" sldId="276"/>
            <ac:picMk id="6" creationId="{77DC17EB-40A8-6D45-7632-820FF867211E}"/>
          </ac:picMkLst>
        </pc:picChg>
        <pc:picChg chg="add mod">
          <ac:chgData name="Takaya, Julianne" userId="bcc58ef2-c5bf-4c2c-9231-b0b8533929a6" providerId="ADAL" clId="{C2C84D83-0D4F-4266-8153-EBBF12018044}" dt="2026-06-28T13:00:14.620" v="2446" actId="1076"/>
          <ac:picMkLst>
            <pc:docMk/>
            <pc:sldMk cId="2949940075" sldId="276"/>
            <ac:picMk id="8" creationId="{DDC26516-65F7-5BA6-2345-9CD5309E0E39}"/>
          </ac:picMkLst>
        </pc:picChg>
      </pc:sldChg>
      <pc:sldChg chg="addSp delSp modSp new mod">
        <pc:chgData name="Takaya, Julianne" userId="bcc58ef2-c5bf-4c2c-9231-b0b8533929a6" providerId="ADAL" clId="{C2C84D83-0D4F-4266-8153-EBBF12018044}" dt="2026-06-28T13:38:28.813" v="4361" actId="20577"/>
        <pc:sldMkLst>
          <pc:docMk/>
          <pc:sldMk cId="3306808927" sldId="277"/>
        </pc:sldMkLst>
        <pc:spChg chg="mod">
          <ac:chgData name="Takaya, Julianne" userId="bcc58ef2-c5bf-4c2c-9231-b0b8533929a6" providerId="ADAL" clId="{C2C84D83-0D4F-4266-8153-EBBF12018044}" dt="2026-06-28T13:00:57.543" v="2488" actId="20577"/>
          <ac:spMkLst>
            <pc:docMk/>
            <pc:sldMk cId="3306808927" sldId="277"/>
            <ac:spMk id="2" creationId="{7D8AD223-D2B9-B4A7-E43B-9A612E2DC9C3}"/>
          </ac:spMkLst>
        </pc:spChg>
        <pc:spChg chg="mod">
          <ac:chgData name="Takaya, Julianne" userId="bcc58ef2-c5bf-4c2c-9231-b0b8533929a6" providerId="ADAL" clId="{C2C84D83-0D4F-4266-8153-EBBF12018044}" dt="2026-06-28T13:38:28.813" v="4361" actId="20577"/>
          <ac:spMkLst>
            <pc:docMk/>
            <pc:sldMk cId="3306808927" sldId="277"/>
            <ac:spMk id="3" creationId="{61F49BAA-5BEC-36DD-38BC-CEF1AB7602D7}"/>
          </ac:spMkLst>
        </pc:spChg>
        <pc:spChg chg="del">
          <ac:chgData name="Takaya, Julianne" userId="bcc58ef2-c5bf-4c2c-9231-b0b8533929a6" providerId="ADAL" clId="{C2C84D83-0D4F-4266-8153-EBBF12018044}" dt="2026-06-28T13:03:00.252" v="2633" actId="478"/>
          <ac:spMkLst>
            <pc:docMk/>
            <pc:sldMk cId="3306808927" sldId="277"/>
            <ac:spMk id="4" creationId="{3F9DBB0C-7CC7-CC54-7763-FD12321A4DE8}"/>
          </ac:spMkLst>
        </pc:spChg>
        <pc:picChg chg="add mod">
          <ac:chgData name="Takaya, Julianne" userId="bcc58ef2-c5bf-4c2c-9231-b0b8533929a6" providerId="ADAL" clId="{C2C84D83-0D4F-4266-8153-EBBF12018044}" dt="2026-06-28T13:02:57.158" v="2632" actId="12788"/>
          <ac:picMkLst>
            <pc:docMk/>
            <pc:sldMk cId="3306808927" sldId="277"/>
            <ac:picMk id="6" creationId="{50A5A409-80C4-DDFD-2808-6863083E1035}"/>
          </ac:picMkLst>
        </pc:picChg>
        <pc:picChg chg="add mod">
          <ac:chgData name="Takaya, Julianne" userId="bcc58ef2-c5bf-4c2c-9231-b0b8533929a6" providerId="ADAL" clId="{C2C84D83-0D4F-4266-8153-EBBF12018044}" dt="2026-06-28T13:02:57.158" v="2632" actId="12788"/>
          <ac:picMkLst>
            <pc:docMk/>
            <pc:sldMk cId="3306808927" sldId="277"/>
            <ac:picMk id="8" creationId="{F6F508EA-E937-2593-848C-915AC03499A4}"/>
          </ac:picMkLst>
        </pc:picChg>
      </pc:sldChg>
      <pc:sldChg chg="addSp delSp modSp new mod">
        <pc:chgData name="Takaya, Julianne" userId="bcc58ef2-c5bf-4c2c-9231-b0b8533929a6" providerId="ADAL" clId="{C2C84D83-0D4F-4266-8153-EBBF12018044}" dt="2026-06-28T13:38:33.784" v="4362" actId="20577"/>
        <pc:sldMkLst>
          <pc:docMk/>
          <pc:sldMk cId="1680155787" sldId="278"/>
        </pc:sldMkLst>
        <pc:spChg chg="mod">
          <ac:chgData name="Takaya, Julianne" userId="bcc58ef2-c5bf-4c2c-9231-b0b8533929a6" providerId="ADAL" clId="{C2C84D83-0D4F-4266-8153-EBBF12018044}" dt="2026-06-28T13:04:29.374" v="2642" actId="14100"/>
          <ac:spMkLst>
            <pc:docMk/>
            <pc:sldMk cId="1680155787" sldId="278"/>
            <ac:spMk id="2" creationId="{63F20559-D09F-9DDA-8D42-02081A108FF2}"/>
          </ac:spMkLst>
        </pc:spChg>
        <pc:spChg chg="mod">
          <ac:chgData name="Takaya, Julianne" userId="bcc58ef2-c5bf-4c2c-9231-b0b8533929a6" providerId="ADAL" clId="{C2C84D83-0D4F-4266-8153-EBBF12018044}" dt="2026-06-28T13:38:33.784" v="4362" actId="20577"/>
          <ac:spMkLst>
            <pc:docMk/>
            <pc:sldMk cId="1680155787" sldId="278"/>
            <ac:spMk id="3" creationId="{637F745E-9767-6304-41E4-65BE1D5E5076}"/>
          </ac:spMkLst>
        </pc:spChg>
        <pc:spChg chg="del">
          <ac:chgData name="Takaya, Julianne" userId="bcc58ef2-c5bf-4c2c-9231-b0b8533929a6" providerId="ADAL" clId="{C2C84D83-0D4F-4266-8153-EBBF12018044}" dt="2026-06-28T13:06:20.599" v="2758" actId="478"/>
          <ac:spMkLst>
            <pc:docMk/>
            <pc:sldMk cId="1680155787" sldId="278"/>
            <ac:spMk id="4" creationId="{10F72DE9-FDC3-F68E-EC17-6DFC03F519F7}"/>
          </ac:spMkLst>
        </pc:spChg>
        <pc:picChg chg="add mod">
          <ac:chgData name="Takaya, Julianne" userId="bcc58ef2-c5bf-4c2c-9231-b0b8533929a6" providerId="ADAL" clId="{C2C84D83-0D4F-4266-8153-EBBF12018044}" dt="2026-06-28T13:06:17.797" v="2757" actId="12788"/>
          <ac:picMkLst>
            <pc:docMk/>
            <pc:sldMk cId="1680155787" sldId="278"/>
            <ac:picMk id="6" creationId="{71A0F185-B948-ADD8-CE7C-E9A2FABA5402}"/>
          </ac:picMkLst>
        </pc:picChg>
        <pc:picChg chg="add mod">
          <ac:chgData name="Takaya, Julianne" userId="bcc58ef2-c5bf-4c2c-9231-b0b8533929a6" providerId="ADAL" clId="{C2C84D83-0D4F-4266-8153-EBBF12018044}" dt="2026-06-28T13:06:24.596" v="2759" actId="1076"/>
          <ac:picMkLst>
            <pc:docMk/>
            <pc:sldMk cId="1680155787" sldId="278"/>
            <ac:picMk id="8" creationId="{9F3585F6-CF95-476E-4821-3AC6BC154BDC}"/>
          </ac:picMkLst>
        </pc:picChg>
      </pc:sldChg>
      <pc:sldChg chg="addSp delSp modSp new mod">
        <pc:chgData name="Takaya, Julianne" userId="bcc58ef2-c5bf-4c2c-9231-b0b8533929a6" providerId="ADAL" clId="{C2C84D83-0D4F-4266-8153-EBBF12018044}" dt="2026-06-28T13:37:30.451" v="4264" actId="20577"/>
        <pc:sldMkLst>
          <pc:docMk/>
          <pc:sldMk cId="3795689300" sldId="279"/>
        </pc:sldMkLst>
        <pc:spChg chg="mod">
          <ac:chgData name="Takaya, Julianne" userId="bcc58ef2-c5bf-4c2c-9231-b0b8533929a6" providerId="ADAL" clId="{C2C84D83-0D4F-4266-8153-EBBF12018044}" dt="2026-06-28T13:06:51.080" v="2764" actId="20577"/>
          <ac:spMkLst>
            <pc:docMk/>
            <pc:sldMk cId="3795689300" sldId="279"/>
            <ac:spMk id="2" creationId="{D5698AA0-7E9B-0F65-B431-E10B6E1626F2}"/>
          </ac:spMkLst>
        </pc:spChg>
        <pc:spChg chg="mod">
          <ac:chgData name="Takaya, Julianne" userId="bcc58ef2-c5bf-4c2c-9231-b0b8533929a6" providerId="ADAL" clId="{C2C84D83-0D4F-4266-8153-EBBF12018044}" dt="2026-06-28T13:37:30.451" v="4264" actId="20577"/>
          <ac:spMkLst>
            <pc:docMk/>
            <pc:sldMk cId="3795689300" sldId="279"/>
            <ac:spMk id="3" creationId="{5890344A-33E1-775D-4479-0DC0C0A9CDBB}"/>
          </ac:spMkLst>
        </pc:spChg>
        <pc:spChg chg="del">
          <ac:chgData name="Takaya, Julianne" userId="bcc58ef2-c5bf-4c2c-9231-b0b8533929a6" providerId="ADAL" clId="{C2C84D83-0D4F-4266-8153-EBBF12018044}" dt="2026-06-28T13:08:43.009" v="2817" actId="478"/>
          <ac:spMkLst>
            <pc:docMk/>
            <pc:sldMk cId="3795689300" sldId="279"/>
            <ac:spMk id="4" creationId="{1EC31859-8C4A-1995-D7AE-687750D3B471}"/>
          </ac:spMkLst>
        </pc:spChg>
        <pc:picChg chg="add mod">
          <ac:chgData name="Takaya, Julianne" userId="bcc58ef2-c5bf-4c2c-9231-b0b8533929a6" providerId="ADAL" clId="{C2C84D83-0D4F-4266-8153-EBBF12018044}" dt="2026-06-28T13:08:40.079" v="2816" actId="12788"/>
          <ac:picMkLst>
            <pc:docMk/>
            <pc:sldMk cId="3795689300" sldId="279"/>
            <ac:picMk id="6" creationId="{30EFEAFB-567B-0079-CA4B-D36F5C50FB66}"/>
          </ac:picMkLst>
        </pc:picChg>
        <pc:picChg chg="add del mod">
          <ac:chgData name="Takaya, Julianne" userId="bcc58ef2-c5bf-4c2c-9231-b0b8533929a6" providerId="ADAL" clId="{C2C84D83-0D4F-4266-8153-EBBF12018044}" dt="2026-06-28T13:23:59.340" v="3418" actId="478"/>
          <ac:picMkLst>
            <pc:docMk/>
            <pc:sldMk cId="3795689300" sldId="279"/>
            <ac:picMk id="8" creationId="{BBC566B1-1157-BCC7-838F-CD2C6EA4E641}"/>
          </ac:picMkLst>
        </pc:picChg>
        <pc:picChg chg="add mod">
          <ac:chgData name="Takaya, Julianne" userId="bcc58ef2-c5bf-4c2c-9231-b0b8533929a6" providerId="ADAL" clId="{C2C84D83-0D4F-4266-8153-EBBF12018044}" dt="2026-06-28T13:24:22.126" v="3422" actId="1076"/>
          <ac:picMkLst>
            <pc:docMk/>
            <pc:sldMk cId="3795689300" sldId="279"/>
            <ac:picMk id="10" creationId="{6AE75C5B-E1D0-17AE-4875-F50F8D5AE439}"/>
          </ac:picMkLst>
        </pc:picChg>
      </pc:sldChg>
      <pc:sldChg chg="addSp delSp modSp new mod">
        <pc:chgData name="Takaya, Julianne" userId="bcc58ef2-c5bf-4c2c-9231-b0b8533929a6" providerId="ADAL" clId="{C2C84D83-0D4F-4266-8153-EBBF12018044}" dt="2026-06-28T13:35:57.526" v="4145" actId="20577"/>
        <pc:sldMkLst>
          <pc:docMk/>
          <pc:sldMk cId="540261828" sldId="280"/>
        </pc:sldMkLst>
        <pc:spChg chg="mod">
          <ac:chgData name="Takaya, Julianne" userId="bcc58ef2-c5bf-4c2c-9231-b0b8533929a6" providerId="ADAL" clId="{C2C84D83-0D4F-4266-8153-EBBF12018044}" dt="2026-06-28T13:28:19.848" v="3428" actId="20577"/>
          <ac:spMkLst>
            <pc:docMk/>
            <pc:sldMk cId="540261828" sldId="280"/>
            <ac:spMk id="2" creationId="{2D026450-13F7-E016-5F1C-9A9789BD2290}"/>
          </ac:spMkLst>
        </pc:spChg>
        <pc:spChg chg="mod">
          <ac:chgData name="Takaya, Julianne" userId="bcc58ef2-c5bf-4c2c-9231-b0b8533929a6" providerId="ADAL" clId="{C2C84D83-0D4F-4266-8153-EBBF12018044}" dt="2026-06-28T13:35:57.526" v="4145" actId="20577"/>
          <ac:spMkLst>
            <pc:docMk/>
            <pc:sldMk cId="540261828" sldId="280"/>
            <ac:spMk id="3" creationId="{5417D91F-C808-A9D5-6623-E768DBBD43EE}"/>
          </ac:spMkLst>
        </pc:spChg>
        <pc:spChg chg="del">
          <ac:chgData name="Takaya, Julianne" userId="bcc58ef2-c5bf-4c2c-9231-b0b8533929a6" providerId="ADAL" clId="{C2C84D83-0D4F-4266-8153-EBBF12018044}" dt="2026-06-28T13:30:12.795" v="3441" actId="478"/>
          <ac:spMkLst>
            <pc:docMk/>
            <pc:sldMk cId="540261828" sldId="280"/>
            <ac:spMk id="4" creationId="{FA4B3BB9-65D3-21A3-29EB-5EE3F1DC4BBA}"/>
          </ac:spMkLst>
        </pc:spChg>
        <pc:picChg chg="add mod">
          <ac:chgData name="Takaya, Julianne" userId="bcc58ef2-c5bf-4c2c-9231-b0b8533929a6" providerId="ADAL" clId="{C2C84D83-0D4F-4266-8153-EBBF12018044}" dt="2026-06-28T13:30:08.715" v="3440" actId="12788"/>
          <ac:picMkLst>
            <pc:docMk/>
            <pc:sldMk cId="540261828" sldId="280"/>
            <ac:picMk id="6" creationId="{DE06826B-FCA1-2741-A80C-D3AA479BB643}"/>
          </ac:picMkLst>
        </pc:picChg>
        <pc:picChg chg="add mod modCrop">
          <ac:chgData name="Takaya, Julianne" userId="bcc58ef2-c5bf-4c2c-9231-b0b8533929a6" providerId="ADAL" clId="{C2C84D83-0D4F-4266-8153-EBBF12018044}" dt="2026-06-28T13:30:08.715" v="3440" actId="12788"/>
          <ac:picMkLst>
            <pc:docMk/>
            <pc:sldMk cId="540261828" sldId="280"/>
            <ac:picMk id="8" creationId="{BADC10CD-F879-D0DD-D0B2-F8B8828A0E57}"/>
          </ac:picMkLst>
        </pc:picChg>
      </pc:sldChg>
      <pc:sldChg chg="addSp modSp new mod">
        <pc:chgData name="Takaya, Julianne" userId="bcc58ef2-c5bf-4c2c-9231-b0b8533929a6" providerId="ADAL" clId="{C2C84D83-0D4F-4266-8153-EBBF12018044}" dt="2026-06-28T13:35:24.558" v="4028" actId="20577"/>
        <pc:sldMkLst>
          <pc:docMk/>
          <pc:sldMk cId="1297798845" sldId="281"/>
        </pc:sldMkLst>
        <pc:spChg chg="mod">
          <ac:chgData name="Takaya, Julianne" userId="bcc58ef2-c5bf-4c2c-9231-b0b8533929a6" providerId="ADAL" clId="{C2C84D83-0D4F-4266-8153-EBBF12018044}" dt="2026-06-28T13:32:42.240" v="3662" actId="14100"/>
          <ac:spMkLst>
            <pc:docMk/>
            <pc:sldMk cId="1297798845" sldId="281"/>
            <ac:spMk id="2" creationId="{A47755EC-90A1-E548-6B37-5E35CDC041C4}"/>
          </ac:spMkLst>
        </pc:spChg>
        <pc:spChg chg="mod">
          <ac:chgData name="Takaya, Julianne" userId="bcc58ef2-c5bf-4c2c-9231-b0b8533929a6" providerId="ADAL" clId="{C2C84D83-0D4F-4266-8153-EBBF12018044}" dt="2026-06-28T13:35:24.558" v="4028" actId="20577"/>
          <ac:spMkLst>
            <pc:docMk/>
            <pc:sldMk cId="1297798845" sldId="281"/>
            <ac:spMk id="3" creationId="{59AE201A-4B40-5C72-829F-36906C606E97}"/>
          </ac:spMkLst>
        </pc:spChg>
        <pc:picChg chg="add mod">
          <ac:chgData name="Takaya, Julianne" userId="bcc58ef2-c5bf-4c2c-9231-b0b8533929a6" providerId="ADAL" clId="{C2C84D83-0D4F-4266-8153-EBBF12018044}" dt="2026-06-28T13:34:27.425" v="3915" actId="1076"/>
          <ac:picMkLst>
            <pc:docMk/>
            <pc:sldMk cId="1297798845" sldId="281"/>
            <ac:picMk id="6" creationId="{01C7CCE8-ED6B-573D-B53D-F929F0475A38}"/>
          </ac:picMkLst>
        </pc:picChg>
        <pc:picChg chg="add mod">
          <ac:chgData name="Takaya, Julianne" userId="bcc58ef2-c5bf-4c2c-9231-b0b8533929a6" providerId="ADAL" clId="{C2C84D83-0D4F-4266-8153-EBBF12018044}" dt="2026-06-28T13:34:53.019" v="3919" actId="1076"/>
          <ac:picMkLst>
            <pc:docMk/>
            <pc:sldMk cId="1297798845" sldId="281"/>
            <ac:picMk id="8" creationId="{4E20FF5E-FD1F-507B-0F93-141E20A62ACC}"/>
          </ac:picMkLst>
        </pc:picChg>
      </pc:sldChg>
      <pc:sldChg chg="addSp delSp modSp new mod">
        <pc:chgData name="Takaya, Julianne" userId="bcc58ef2-c5bf-4c2c-9231-b0b8533929a6" providerId="ADAL" clId="{C2C84D83-0D4F-4266-8153-EBBF12018044}" dt="2026-06-28T13:47:19.928" v="5226" actId="20577"/>
        <pc:sldMkLst>
          <pc:docMk/>
          <pc:sldMk cId="2462580662" sldId="282"/>
        </pc:sldMkLst>
        <pc:spChg chg="mod">
          <ac:chgData name="Takaya, Julianne" userId="bcc58ef2-c5bf-4c2c-9231-b0b8533929a6" providerId="ADAL" clId="{C2C84D83-0D4F-4266-8153-EBBF12018044}" dt="2026-06-28T13:44:03.738" v="4944" actId="20577"/>
          <ac:spMkLst>
            <pc:docMk/>
            <pc:sldMk cId="2462580662" sldId="282"/>
            <ac:spMk id="2" creationId="{10622E3E-A0F9-E27A-EE20-1D680CDEFB0B}"/>
          </ac:spMkLst>
        </pc:spChg>
        <pc:spChg chg="mod">
          <ac:chgData name="Takaya, Julianne" userId="bcc58ef2-c5bf-4c2c-9231-b0b8533929a6" providerId="ADAL" clId="{C2C84D83-0D4F-4266-8153-EBBF12018044}" dt="2026-06-28T13:47:19.928" v="5226" actId="20577"/>
          <ac:spMkLst>
            <pc:docMk/>
            <pc:sldMk cId="2462580662" sldId="282"/>
            <ac:spMk id="3" creationId="{9179F5A4-F1A3-3F1B-8B31-CB47C2447F0B}"/>
          </ac:spMkLst>
        </pc:spChg>
        <pc:spChg chg="del">
          <ac:chgData name="Takaya, Julianne" userId="bcc58ef2-c5bf-4c2c-9231-b0b8533929a6" providerId="ADAL" clId="{C2C84D83-0D4F-4266-8153-EBBF12018044}" dt="2026-06-28T13:45:47.945" v="4995" actId="478"/>
          <ac:spMkLst>
            <pc:docMk/>
            <pc:sldMk cId="2462580662" sldId="282"/>
            <ac:spMk id="4" creationId="{3677B461-0957-88EF-644A-034BD8C0DEBF}"/>
          </ac:spMkLst>
        </pc:spChg>
        <pc:picChg chg="add mod">
          <ac:chgData name="Takaya, Julianne" userId="bcc58ef2-c5bf-4c2c-9231-b0b8533929a6" providerId="ADAL" clId="{C2C84D83-0D4F-4266-8153-EBBF12018044}" dt="2026-06-28T13:45:36.168" v="4993" actId="1076"/>
          <ac:picMkLst>
            <pc:docMk/>
            <pc:sldMk cId="2462580662" sldId="282"/>
            <ac:picMk id="6" creationId="{D8CB4731-CBF5-6375-E228-F728C9506999}"/>
          </ac:picMkLst>
        </pc:picChg>
        <pc:picChg chg="add mod">
          <ac:chgData name="Takaya, Julianne" userId="bcc58ef2-c5bf-4c2c-9231-b0b8533929a6" providerId="ADAL" clId="{C2C84D83-0D4F-4266-8153-EBBF12018044}" dt="2026-06-28T13:45:43.119" v="4994" actId="1076"/>
          <ac:picMkLst>
            <pc:docMk/>
            <pc:sldMk cId="2462580662" sldId="282"/>
            <ac:picMk id="8" creationId="{34A5B37E-3B3E-0EF7-8F12-87088409B0D4}"/>
          </ac:picMkLst>
        </pc:picChg>
      </pc:sldChg>
      <pc:sldChg chg="addSp modSp new mod">
        <pc:chgData name="Takaya, Julianne" userId="bcc58ef2-c5bf-4c2c-9231-b0b8533929a6" providerId="ADAL" clId="{C2C84D83-0D4F-4266-8153-EBBF12018044}" dt="2026-06-28T13:53:31.785" v="5780" actId="20577"/>
        <pc:sldMkLst>
          <pc:docMk/>
          <pc:sldMk cId="1939790024" sldId="283"/>
        </pc:sldMkLst>
        <pc:spChg chg="mod">
          <ac:chgData name="Takaya, Julianne" userId="bcc58ef2-c5bf-4c2c-9231-b0b8533929a6" providerId="ADAL" clId="{C2C84D83-0D4F-4266-8153-EBBF12018044}" dt="2026-06-28T13:47:56.024" v="5230" actId="20577"/>
          <ac:spMkLst>
            <pc:docMk/>
            <pc:sldMk cId="1939790024" sldId="283"/>
            <ac:spMk id="2" creationId="{82409BD4-7CCD-E0C1-418A-BAA37A8B2A66}"/>
          </ac:spMkLst>
        </pc:spChg>
        <pc:spChg chg="mod">
          <ac:chgData name="Takaya, Julianne" userId="bcc58ef2-c5bf-4c2c-9231-b0b8533929a6" providerId="ADAL" clId="{C2C84D83-0D4F-4266-8153-EBBF12018044}" dt="2026-06-28T13:53:31.785" v="5780" actId="20577"/>
          <ac:spMkLst>
            <pc:docMk/>
            <pc:sldMk cId="1939790024" sldId="283"/>
            <ac:spMk id="3" creationId="{FB8A55AD-E317-4DC6-B782-DE45BB053E14}"/>
          </ac:spMkLst>
        </pc:spChg>
        <pc:picChg chg="add mod">
          <ac:chgData name="Takaya, Julianne" userId="bcc58ef2-c5bf-4c2c-9231-b0b8533929a6" providerId="ADAL" clId="{C2C84D83-0D4F-4266-8153-EBBF12018044}" dt="2026-06-28T13:49:04.407" v="5238" actId="1076"/>
          <ac:picMkLst>
            <pc:docMk/>
            <pc:sldMk cId="1939790024" sldId="283"/>
            <ac:picMk id="6" creationId="{BFFBE261-80F6-75D2-AA8A-DED9591CEF4E}"/>
          </ac:picMkLst>
        </pc:picChg>
        <pc:picChg chg="add mod">
          <ac:chgData name="Takaya, Julianne" userId="bcc58ef2-c5bf-4c2c-9231-b0b8533929a6" providerId="ADAL" clId="{C2C84D83-0D4F-4266-8153-EBBF12018044}" dt="2026-06-28T13:49:07.186" v="5239" actId="1076"/>
          <ac:picMkLst>
            <pc:docMk/>
            <pc:sldMk cId="1939790024" sldId="283"/>
            <ac:picMk id="8" creationId="{961A288F-43CF-65DA-E7BE-53860C9AD311}"/>
          </ac:picMkLst>
        </pc:picChg>
      </pc:sldChg>
      <pc:sldChg chg="addSp delSp modSp new mod">
        <pc:chgData name="Takaya, Julianne" userId="bcc58ef2-c5bf-4c2c-9231-b0b8533929a6" providerId="ADAL" clId="{C2C84D83-0D4F-4266-8153-EBBF12018044}" dt="2026-06-28T13:57:42.026" v="6064" actId="478"/>
        <pc:sldMkLst>
          <pc:docMk/>
          <pc:sldMk cId="3172004387" sldId="284"/>
        </pc:sldMkLst>
        <pc:spChg chg="mod">
          <ac:chgData name="Takaya, Julianne" userId="bcc58ef2-c5bf-4c2c-9231-b0b8533929a6" providerId="ADAL" clId="{C2C84D83-0D4F-4266-8153-EBBF12018044}" dt="2026-06-28T13:54:15.741" v="5784" actId="20577"/>
          <ac:spMkLst>
            <pc:docMk/>
            <pc:sldMk cId="3172004387" sldId="284"/>
            <ac:spMk id="2" creationId="{2E367401-8B92-FF48-20E9-53813DA57A2E}"/>
          </ac:spMkLst>
        </pc:spChg>
        <pc:spChg chg="mod">
          <ac:chgData name="Takaya, Julianne" userId="bcc58ef2-c5bf-4c2c-9231-b0b8533929a6" providerId="ADAL" clId="{C2C84D83-0D4F-4266-8153-EBBF12018044}" dt="2026-06-28T13:56:25.677" v="6056" actId="20577"/>
          <ac:spMkLst>
            <pc:docMk/>
            <pc:sldMk cId="3172004387" sldId="284"/>
            <ac:spMk id="3" creationId="{514AF37D-A3FB-C108-2B9B-02F0D399AEE4}"/>
          </ac:spMkLst>
        </pc:spChg>
        <pc:spChg chg="del">
          <ac:chgData name="Takaya, Julianne" userId="bcc58ef2-c5bf-4c2c-9231-b0b8533929a6" providerId="ADAL" clId="{C2C84D83-0D4F-4266-8153-EBBF12018044}" dt="2026-06-28T13:57:42.026" v="6064" actId="478"/>
          <ac:spMkLst>
            <pc:docMk/>
            <pc:sldMk cId="3172004387" sldId="284"/>
            <ac:spMk id="4" creationId="{76262E55-FF38-7780-178A-B3F1C10C7C3B}"/>
          </ac:spMkLst>
        </pc:spChg>
        <pc:picChg chg="add mod">
          <ac:chgData name="Takaya, Julianne" userId="bcc58ef2-c5bf-4c2c-9231-b0b8533929a6" providerId="ADAL" clId="{C2C84D83-0D4F-4266-8153-EBBF12018044}" dt="2026-06-28T13:57:29.345" v="6061" actId="1076"/>
          <ac:picMkLst>
            <pc:docMk/>
            <pc:sldMk cId="3172004387" sldId="284"/>
            <ac:picMk id="6" creationId="{92DF16D2-532D-DA30-750C-2C92E76567E2}"/>
          </ac:picMkLst>
        </pc:picChg>
        <pc:picChg chg="add mod">
          <ac:chgData name="Takaya, Julianne" userId="bcc58ef2-c5bf-4c2c-9231-b0b8533929a6" providerId="ADAL" clId="{C2C84D83-0D4F-4266-8153-EBBF12018044}" dt="2026-06-28T13:57:38.320" v="6063" actId="1076"/>
          <ac:picMkLst>
            <pc:docMk/>
            <pc:sldMk cId="3172004387" sldId="284"/>
            <ac:picMk id="8" creationId="{8FCA0719-2E31-2314-AD0C-B11BC19E58AB}"/>
          </ac:picMkLst>
        </pc:picChg>
      </pc:sldChg>
      <pc:sldChg chg="addSp delSp modSp new mod">
        <pc:chgData name="Takaya, Julianne" userId="bcc58ef2-c5bf-4c2c-9231-b0b8533929a6" providerId="ADAL" clId="{C2C84D83-0D4F-4266-8153-EBBF12018044}" dt="2026-06-28T14:00:14.367" v="6135" actId="20577"/>
        <pc:sldMkLst>
          <pc:docMk/>
          <pc:sldMk cId="834520389" sldId="285"/>
        </pc:sldMkLst>
        <pc:spChg chg="mod">
          <ac:chgData name="Takaya, Julianne" userId="bcc58ef2-c5bf-4c2c-9231-b0b8533929a6" providerId="ADAL" clId="{C2C84D83-0D4F-4266-8153-EBBF12018044}" dt="2026-06-28T13:58:23.945" v="6068" actId="20577"/>
          <ac:spMkLst>
            <pc:docMk/>
            <pc:sldMk cId="834520389" sldId="285"/>
            <ac:spMk id="2" creationId="{897D23D1-F869-CA2D-3D88-DAA8E280ED99}"/>
          </ac:spMkLst>
        </pc:spChg>
        <pc:spChg chg="mod">
          <ac:chgData name="Takaya, Julianne" userId="bcc58ef2-c5bf-4c2c-9231-b0b8533929a6" providerId="ADAL" clId="{C2C84D83-0D4F-4266-8153-EBBF12018044}" dt="2026-06-28T14:00:14.367" v="6135" actId="20577"/>
          <ac:spMkLst>
            <pc:docMk/>
            <pc:sldMk cId="834520389" sldId="285"/>
            <ac:spMk id="3" creationId="{323B88BC-8B02-37E3-8FDA-F375E339F17C}"/>
          </ac:spMkLst>
        </pc:spChg>
        <pc:spChg chg="del">
          <ac:chgData name="Takaya, Julianne" userId="bcc58ef2-c5bf-4c2c-9231-b0b8533929a6" providerId="ADAL" clId="{C2C84D83-0D4F-4266-8153-EBBF12018044}" dt="2026-06-28T13:59:54.954" v="6113" actId="478"/>
          <ac:spMkLst>
            <pc:docMk/>
            <pc:sldMk cId="834520389" sldId="285"/>
            <ac:spMk id="4" creationId="{4710EDC6-8247-EF83-4D1C-EC75C9418AE5}"/>
          </ac:spMkLst>
        </pc:spChg>
        <pc:picChg chg="add mod">
          <ac:chgData name="Takaya, Julianne" userId="bcc58ef2-c5bf-4c2c-9231-b0b8533929a6" providerId="ADAL" clId="{C2C84D83-0D4F-4266-8153-EBBF12018044}" dt="2026-06-28T13:59:46.569" v="6111" actId="1076"/>
          <ac:picMkLst>
            <pc:docMk/>
            <pc:sldMk cId="834520389" sldId="285"/>
            <ac:picMk id="6" creationId="{93E23CB1-871A-25A0-700D-BFD35FEA651D}"/>
          </ac:picMkLst>
        </pc:picChg>
        <pc:picChg chg="add mod">
          <ac:chgData name="Takaya, Julianne" userId="bcc58ef2-c5bf-4c2c-9231-b0b8533929a6" providerId="ADAL" clId="{C2C84D83-0D4F-4266-8153-EBBF12018044}" dt="2026-06-28T13:59:49.912" v="6112" actId="1076"/>
          <ac:picMkLst>
            <pc:docMk/>
            <pc:sldMk cId="834520389" sldId="285"/>
            <ac:picMk id="8" creationId="{E13C6A2D-86A2-F25E-DBE3-708C49D1C2B1}"/>
          </ac:picMkLst>
        </pc:picChg>
      </pc:sldChg>
      <pc:sldChg chg="new del">
        <pc:chgData name="Takaya, Julianne" userId="bcc58ef2-c5bf-4c2c-9231-b0b8533929a6" providerId="ADAL" clId="{C2C84D83-0D4F-4266-8153-EBBF12018044}" dt="2026-06-28T14:16:44.532" v="6137" actId="2696"/>
        <pc:sldMkLst>
          <pc:docMk/>
          <pc:sldMk cId="4070026388" sldId="286"/>
        </pc:sldMkLst>
      </pc:sldChg>
    </pc:docChg>
  </pc:docChgLst>
  <pc:docChgLst>
    <pc:chgData name="Takaya, Julianne" userId="bcc58ef2-c5bf-4c2c-9231-b0b8533929a6" providerId="ADAL" clId="{54894B92-5CFC-4017-86E8-833C2D7D314E}"/>
    <pc:docChg chg="custSel modSld">
      <pc:chgData name="Takaya, Julianne" userId="bcc58ef2-c5bf-4c2c-9231-b0b8533929a6" providerId="ADAL" clId="{54894B92-5CFC-4017-86E8-833C2D7D314E}" dt="2026-06-29T02:20:14.770" v="2316" actId="20577"/>
      <pc:docMkLst>
        <pc:docMk/>
      </pc:docMkLst>
      <pc:sldChg chg="modSp mod">
        <pc:chgData name="Takaya, Julianne" userId="bcc58ef2-c5bf-4c2c-9231-b0b8533929a6" providerId="ADAL" clId="{54894B92-5CFC-4017-86E8-833C2D7D314E}" dt="2026-06-29T02:05:15.450" v="2312" actId="20577"/>
        <pc:sldMkLst>
          <pc:docMk/>
          <pc:sldMk cId="0" sldId="256"/>
        </pc:sldMkLst>
        <pc:spChg chg="mod">
          <ac:chgData name="Takaya, Julianne" userId="bcc58ef2-c5bf-4c2c-9231-b0b8533929a6" providerId="ADAL" clId="{54894B92-5CFC-4017-86E8-833C2D7D314E}" dt="2026-06-29T02:05:15.450" v="2312" actId="20577"/>
          <ac:spMkLst>
            <pc:docMk/>
            <pc:sldMk cId="0" sldId="256"/>
            <ac:spMk id="145" creationId="{00000000-0000-0000-0000-000000000000}"/>
          </ac:spMkLst>
        </pc:spChg>
      </pc:sldChg>
      <pc:sldChg chg="modSp mod">
        <pc:chgData name="Takaya, Julianne" userId="bcc58ef2-c5bf-4c2c-9231-b0b8533929a6" providerId="ADAL" clId="{54894B92-5CFC-4017-86E8-833C2D7D314E}" dt="2026-06-29T02:20:14.770" v="2316" actId="20577"/>
        <pc:sldMkLst>
          <pc:docMk/>
          <pc:sldMk cId="0" sldId="260"/>
        </pc:sldMkLst>
        <pc:spChg chg="mod">
          <ac:chgData name="Takaya, Julianne" userId="bcc58ef2-c5bf-4c2c-9231-b0b8533929a6" providerId="ADAL" clId="{54894B92-5CFC-4017-86E8-833C2D7D314E}" dt="2026-06-29T02:20:14.770" v="2316" actId="20577"/>
          <ac:spMkLst>
            <pc:docMk/>
            <pc:sldMk cId="0" sldId="260"/>
            <ac:spMk id="175" creationId="{00000000-0000-0000-0000-000000000000}"/>
          </ac:spMkLst>
        </pc:spChg>
      </pc:sldChg>
      <pc:sldChg chg="modSp mod">
        <pc:chgData name="Takaya, Julianne" userId="bcc58ef2-c5bf-4c2c-9231-b0b8533929a6" providerId="ADAL" clId="{54894B92-5CFC-4017-86E8-833C2D7D314E}" dt="2026-06-27T21:21:40.499" v="1076" actId="20577"/>
        <pc:sldMkLst>
          <pc:docMk/>
          <pc:sldMk cId="0" sldId="261"/>
        </pc:sldMkLst>
        <pc:graphicFrameChg chg="mod modGraphic">
          <ac:chgData name="Takaya, Julianne" userId="bcc58ef2-c5bf-4c2c-9231-b0b8533929a6" providerId="ADAL" clId="{54894B92-5CFC-4017-86E8-833C2D7D314E}" dt="2026-06-27T21:21:40.499" v="1076" actId="20577"/>
          <ac:graphicFrameMkLst>
            <pc:docMk/>
            <pc:sldMk cId="0" sldId="261"/>
            <ac:graphicFrameMk id="2" creationId="{83D815C1-F70C-55B5-AC47-C4B892C0F924}"/>
          </ac:graphicFrameMkLst>
        </pc:graphicFrameChg>
      </pc:sldChg>
      <pc:sldChg chg="addSp delSp modSp mod">
        <pc:chgData name="Takaya, Julianne" userId="bcc58ef2-c5bf-4c2c-9231-b0b8533929a6" providerId="ADAL" clId="{54894B92-5CFC-4017-86E8-833C2D7D314E}" dt="2026-06-27T21:39:12.571" v="2311" actId="313"/>
        <pc:sldMkLst>
          <pc:docMk/>
          <pc:sldMk cId="0" sldId="262"/>
        </pc:sldMkLst>
        <pc:graphicFrameChg chg="add mod modGraphic">
          <ac:chgData name="Takaya, Julianne" userId="bcc58ef2-c5bf-4c2c-9231-b0b8533929a6" providerId="ADAL" clId="{54894B92-5CFC-4017-86E8-833C2D7D314E}" dt="2026-06-27T21:39:12.571" v="2311" actId="313"/>
          <ac:graphicFrameMkLst>
            <pc:docMk/>
            <pc:sldMk cId="0" sldId="262"/>
            <ac:graphicFrameMk id="2" creationId="{88AF4C3D-273F-9ED1-00BA-027123EDB8B3}"/>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ags" Target="../tags/tag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3.pn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1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Julianne Takaya</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1736901"/>
            <a:ext cx="10820400" cy="402412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lt1"/>
              </a:buClr>
              <a:buSzPts val="2200"/>
              <a:buNone/>
            </a:pPr>
            <a:r>
              <a:rPr lang="en-US" dirty="0"/>
              <a:t>The Green Pace Security Policy introduces practices and polices that will protect the organization’s data and system from attack. It works on a layered defense in depth strategy illustrated below.</a:t>
            </a: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2869371" y="2936358"/>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lnSpcReduction="10000"/>
          </a:bodyPr>
          <a:lstStyle/>
          <a:p>
            <a:pPr marL="228600" lvl="0" indent="-88900" algn="l" rtl="0">
              <a:lnSpc>
                <a:spcPct val="90000"/>
              </a:lnSpc>
              <a:spcBef>
                <a:spcPts val="1000"/>
              </a:spcBef>
              <a:spcAft>
                <a:spcPts val="0"/>
              </a:spcAft>
              <a:buClr>
                <a:schemeClr val="lt1"/>
              </a:buClr>
              <a:buSzPts val="2200"/>
              <a:buNone/>
            </a:pPr>
            <a:r>
              <a:rPr lang="en-US" sz="1600" dirty="0"/>
              <a:t>Likely: High chance to cause an exploit, but low remediation cost</a:t>
            </a:r>
          </a:p>
          <a:p>
            <a:pPr marL="228600" lvl="0" indent="-88900" algn="l" rtl="0">
              <a:lnSpc>
                <a:spcPct val="90000"/>
              </a:lnSpc>
              <a:spcBef>
                <a:spcPts val="1000"/>
              </a:spcBef>
              <a:spcAft>
                <a:spcPts val="0"/>
              </a:spcAft>
              <a:buClr>
                <a:schemeClr val="lt1"/>
              </a:buClr>
              <a:buSzPts val="2200"/>
              <a:buNone/>
            </a:pPr>
            <a:r>
              <a:rPr lang="en-US" sz="1600" dirty="0"/>
              <a:t>Priority: High chance to cause an exploit, and high remediation cost</a:t>
            </a:r>
          </a:p>
          <a:p>
            <a:pPr marL="228600" lvl="0" indent="-88900" algn="l" rtl="0">
              <a:lnSpc>
                <a:spcPct val="90000"/>
              </a:lnSpc>
              <a:spcBef>
                <a:spcPts val="1000"/>
              </a:spcBef>
              <a:spcAft>
                <a:spcPts val="0"/>
              </a:spcAft>
              <a:buClr>
                <a:schemeClr val="lt1"/>
              </a:buClr>
              <a:buSzPts val="2200"/>
              <a:buNone/>
            </a:pPr>
            <a:r>
              <a:rPr lang="en-US" sz="1600" dirty="0"/>
              <a:t>Low Priority: Unlikely to cause an exploit with a low remediation cost</a:t>
            </a:r>
          </a:p>
          <a:p>
            <a:pPr marL="228600" lvl="0" indent="-88900" algn="l" rtl="0">
              <a:lnSpc>
                <a:spcPct val="90000"/>
              </a:lnSpc>
              <a:spcBef>
                <a:spcPts val="1000"/>
              </a:spcBef>
              <a:spcAft>
                <a:spcPts val="0"/>
              </a:spcAft>
              <a:buClr>
                <a:schemeClr val="lt1"/>
              </a:buClr>
              <a:buSzPts val="2200"/>
              <a:buNone/>
            </a:pPr>
            <a:r>
              <a:rPr lang="en-US" sz="1600" dirty="0"/>
              <a:t>Unlikely: Unlikely to cause an exploit, but high remediation cost</a:t>
            </a:r>
          </a:p>
          <a:p>
            <a:pPr marL="228600" lvl="0" indent="-88900" algn="l" rtl="0">
              <a:lnSpc>
                <a:spcPct val="90000"/>
              </a:lnSpc>
              <a:spcBef>
                <a:spcPts val="1000"/>
              </a:spcBef>
              <a:spcAft>
                <a:spcPts val="0"/>
              </a:spcAft>
              <a:buClr>
                <a:schemeClr val="lt1"/>
              </a:buClr>
              <a:buSzPts val="2200"/>
              <a:buNone/>
            </a:pPr>
            <a:endParaRPr lang="en-US" dirty="0"/>
          </a:p>
        </p:txBody>
      </p:sp>
      <p:graphicFrame>
        <p:nvGraphicFramePr>
          <p:cNvPr id="161" name="Google Shape;161;p4" descr="Alt text required"/>
          <p:cNvGraphicFramePr/>
          <p:nvPr>
            <p:extLst>
              <p:ext uri="{D42A27DB-BD31-4B8C-83A1-F6EECF244321}">
                <p14:modId xmlns:p14="http://schemas.microsoft.com/office/powerpoint/2010/main" val="2639162542"/>
              </p:ext>
            </p:extLst>
          </p:nvPr>
        </p:nvGraphicFramePr>
        <p:xfrm>
          <a:off x="3171900" y="2561050"/>
          <a:ext cx="7835225" cy="390138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b="0" i="0" u="none" strike="noStrike" cap="none" dirty="0">
                          <a:solidFill>
                            <a:srgbClr val="000000"/>
                          </a:solidFill>
                          <a:effectLst/>
                          <a:latin typeface="Arial"/>
                          <a:ea typeface="Arial"/>
                          <a:cs typeface="Arial"/>
                          <a:sym typeface="Arial"/>
                        </a:rPr>
                        <a:t>STD-002-CPP</a:t>
                      </a:r>
                    </a:p>
                    <a:p>
                      <a:pPr marL="0" marR="0" lvl="0" indent="0" algn="ctr" rtl="0">
                        <a:lnSpc>
                          <a:spcPct val="100000"/>
                        </a:lnSpc>
                        <a:spcBef>
                          <a:spcPts val="0"/>
                        </a:spcBef>
                        <a:spcAft>
                          <a:spcPts val="0"/>
                        </a:spcAft>
                        <a:buClr>
                          <a:srgbClr val="000000"/>
                        </a:buClr>
                        <a:buSzPts val="3600"/>
                        <a:buFont typeface="Arial"/>
                        <a:buNone/>
                      </a:pPr>
                      <a:r>
                        <a:rPr lang="en-US" sz="2000" b="0" i="0" u="none" strike="noStrike" cap="none" dirty="0">
                          <a:solidFill>
                            <a:srgbClr val="000000"/>
                          </a:solidFill>
                          <a:effectLst/>
                          <a:latin typeface="Arial"/>
                          <a:ea typeface="Arial"/>
                          <a:cs typeface="Arial"/>
                          <a:sym typeface="Arial"/>
                        </a:rPr>
                        <a:t>STD-003-CPP</a:t>
                      </a: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2000" b="0" i="0" u="none" strike="noStrike" cap="none" dirty="0">
                          <a:solidFill>
                            <a:srgbClr val="000000"/>
                          </a:solidFill>
                          <a:effectLst/>
                          <a:latin typeface="Arial"/>
                          <a:ea typeface="Arial"/>
                          <a:cs typeface="Arial"/>
                          <a:sym typeface="Arial"/>
                        </a:rPr>
                        <a:t>STD-004-CPP</a:t>
                      </a:r>
                    </a:p>
                    <a:p>
                      <a:pPr marL="0" marR="0" lvl="0" indent="0" algn="ctr" rtl="0">
                        <a:lnSpc>
                          <a:spcPct val="100000"/>
                        </a:lnSpc>
                        <a:spcBef>
                          <a:spcPts val="0"/>
                        </a:spcBef>
                        <a:spcAft>
                          <a:spcPts val="0"/>
                        </a:spcAft>
                        <a:buClr>
                          <a:srgbClr val="000000"/>
                        </a:buClr>
                        <a:buSzPts val="3600"/>
                        <a:buFont typeface="Arial"/>
                        <a:buNone/>
                      </a:pPr>
                      <a:r>
                        <a:rPr lang="en-US" sz="2000" b="0" i="0" u="none" strike="noStrike" cap="none" dirty="0">
                          <a:solidFill>
                            <a:srgbClr val="000000"/>
                          </a:solidFill>
                          <a:effectLst/>
                          <a:latin typeface="Arial"/>
                          <a:ea typeface="Arial"/>
                          <a:cs typeface="Arial"/>
                          <a:sym typeface="Arial"/>
                        </a:rPr>
                        <a:t>STD-005-CPP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t>STD-007-CPP</a:t>
                      </a:r>
                    </a:p>
                    <a:p>
                      <a:pPr marL="0" marR="0" lvl="0" indent="0" algn="ctr" rtl="0">
                        <a:lnSpc>
                          <a:spcPct val="100000"/>
                        </a:lnSpc>
                        <a:spcBef>
                          <a:spcPts val="0"/>
                        </a:spcBef>
                        <a:spcAft>
                          <a:spcPts val="0"/>
                        </a:spcAft>
                        <a:buClr>
                          <a:srgbClr val="000000"/>
                        </a:buClr>
                        <a:buSzPts val="3600"/>
                        <a:buFont typeface="Arial"/>
                        <a:buNone/>
                      </a:pPr>
                      <a:r>
                        <a:rPr lang="en-US" sz="2000" b="0" i="0" u="none" strike="noStrike" cap="none" dirty="0">
                          <a:solidFill>
                            <a:srgbClr val="000000"/>
                          </a:solidFill>
                          <a:effectLst/>
                          <a:latin typeface="Arial"/>
                          <a:ea typeface="Arial"/>
                          <a:cs typeface="Arial"/>
                          <a:sym typeface="Arial"/>
                        </a:rPr>
                        <a:t>STD-010-CPP</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2000" b="0" i="0" u="none" strike="noStrike" cap="none" dirty="0">
                          <a:solidFill>
                            <a:srgbClr val="000000"/>
                          </a:solidFill>
                          <a:effectLst/>
                          <a:latin typeface="Arial"/>
                          <a:ea typeface="Arial"/>
                          <a:cs typeface="Arial"/>
                          <a:sym typeface="Arial"/>
                        </a:rPr>
                        <a:t>STD-001-CPP</a:t>
                      </a:r>
                      <a:endParaRPr sz="1400" u="none" strike="noStrike" cap="none" dirty="0"/>
                    </a:p>
                    <a:p>
                      <a:pPr marL="0" marR="0" lvl="0" indent="0" algn="ctr" defTabSz="914400" rtl="0" eaLnBrk="1" fontAlgn="auto" latinLnBrk="0" hangingPunct="1">
                        <a:lnSpc>
                          <a:spcPct val="100000"/>
                        </a:lnSpc>
                        <a:spcBef>
                          <a:spcPts val="0"/>
                        </a:spcBef>
                        <a:spcAft>
                          <a:spcPts val="0"/>
                        </a:spcAft>
                        <a:buClr>
                          <a:srgbClr val="000000"/>
                        </a:buClr>
                        <a:buSzPts val="3600"/>
                        <a:buFont typeface="Arial"/>
                        <a:buNone/>
                        <a:tabLst/>
                        <a:defRPr/>
                      </a:pPr>
                      <a:r>
                        <a:rPr lang="en-US" sz="2000" b="0" i="0" u="none" strike="noStrike" cap="none" dirty="0">
                          <a:solidFill>
                            <a:srgbClr val="000000"/>
                          </a:solidFill>
                          <a:effectLst/>
                          <a:latin typeface="Arial"/>
                          <a:ea typeface="Arial"/>
                          <a:cs typeface="Arial"/>
                          <a:sym typeface="Arial"/>
                        </a:rPr>
                        <a:t>STD-006-CPP</a:t>
                      </a:r>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t>STD-009-CPP</a:t>
                      </a:r>
                    </a:p>
                    <a:p>
                      <a:pPr marL="0" marR="0" lvl="0" indent="0" algn="ctr" rtl="0">
                        <a:lnSpc>
                          <a:spcPct val="100000"/>
                        </a:lnSpc>
                        <a:spcBef>
                          <a:spcPts val="0"/>
                        </a:spcBef>
                        <a:spcAft>
                          <a:spcPts val="0"/>
                        </a:spcAft>
                        <a:buClr>
                          <a:srgbClr val="000000"/>
                        </a:buClr>
                        <a:buSzPts val="3600"/>
                        <a:buFont typeface="Arial"/>
                        <a:buNone/>
                      </a:pP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2000" u="none" strike="noStrike" cap="none" dirty="0"/>
                        <a:t>STD-008-CPP</a:t>
                      </a:r>
                      <a:endParaRPr sz="20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numCol="2"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Validate Input Data</a:t>
            </a:r>
          </a:p>
          <a:p>
            <a:pPr marL="685800" lvl="1" indent="-228600">
              <a:spcBef>
                <a:spcPts val="0"/>
              </a:spcBef>
              <a:buSzPts val="2200"/>
            </a:pPr>
            <a:r>
              <a:rPr lang="en-US" dirty="0"/>
              <a:t>STD-004-CPP</a:t>
            </a:r>
          </a:p>
          <a:p>
            <a:pPr marL="228600" lvl="0" indent="-228600" algn="l" rtl="0">
              <a:lnSpc>
                <a:spcPct val="90000"/>
              </a:lnSpc>
              <a:spcBef>
                <a:spcPts val="0"/>
              </a:spcBef>
              <a:spcAft>
                <a:spcPts val="0"/>
              </a:spcAft>
              <a:buClr>
                <a:schemeClr val="lt1"/>
              </a:buClr>
              <a:buSzPts val="2200"/>
              <a:buChar char="•"/>
            </a:pPr>
            <a:r>
              <a:rPr lang="en-US" dirty="0"/>
              <a:t>Heed Complier Warnings</a:t>
            </a:r>
          </a:p>
          <a:p>
            <a:pPr marL="685800" lvl="1" indent="-228600">
              <a:spcBef>
                <a:spcPts val="0"/>
              </a:spcBef>
              <a:buSzPts val="2200"/>
            </a:pPr>
            <a:r>
              <a:rPr lang="en-US" dirty="0"/>
              <a:t>STD-001-CPP</a:t>
            </a:r>
          </a:p>
          <a:p>
            <a:pPr marL="685800" lvl="1" indent="-228600">
              <a:spcBef>
                <a:spcPts val="0"/>
              </a:spcBef>
              <a:buSzPts val="2200"/>
            </a:pPr>
            <a:r>
              <a:rPr lang="en-US" dirty="0"/>
              <a:t>STD-009-CPP</a:t>
            </a:r>
          </a:p>
          <a:p>
            <a:pPr marL="228600" lvl="0" indent="-228600">
              <a:spcBef>
                <a:spcPts val="0"/>
              </a:spcBef>
              <a:buSzPts val="2200"/>
            </a:pPr>
            <a:r>
              <a:rPr lang="en-US" dirty="0"/>
              <a:t>Architect and Design for Security Policies</a:t>
            </a:r>
          </a:p>
          <a:p>
            <a:pPr marL="685800" lvl="1" indent="-228600">
              <a:spcBef>
                <a:spcPts val="0"/>
              </a:spcBef>
              <a:buSzPts val="2200"/>
            </a:pPr>
            <a:r>
              <a:rPr lang="en-US" dirty="0"/>
              <a:t>STD-002-CPP</a:t>
            </a:r>
          </a:p>
          <a:p>
            <a:pPr marL="685800" lvl="1" indent="-228600">
              <a:spcBef>
                <a:spcPts val="0"/>
              </a:spcBef>
              <a:buSzPts val="2200"/>
            </a:pPr>
            <a:r>
              <a:rPr lang="en-US" dirty="0"/>
              <a:t>STD-003-CPP</a:t>
            </a:r>
          </a:p>
          <a:p>
            <a:pPr marL="685800" lvl="1" indent="-228600">
              <a:spcBef>
                <a:spcPts val="0"/>
              </a:spcBef>
              <a:buSzPts val="2200"/>
            </a:pPr>
            <a:r>
              <a:rPr lang="en-US" dirty="0"/>
              <a:t>STD-008-CPP</a:t>
            </a:r>
          </a:p>
          <a:p>
            <a:pPr marL="228600" lvl="0" indent="-228600">
              <a:spcBef>
                <a:spcPts val="0"/>
              </a:spcBef>
              <a:buSzPts val="2200"/>
            </a:pPr>
            <a:r>
              <a:rPr lang="en-US" dirty="0"/>
              <a:t>Keep It Simple</a:t>
            </a:r>
          </a:p>
          <a:p>
            <a:pPr marL="228600" lvl="0" indent="-228600">
              <a:spcBef>
                <a:spcPts val="0"/>
              </a:spcBef>
              <a:buSzPts val="2200"/>
            </a:pPr>
            <a:r>
              <a:rPr lang="en-US" dirty="0"/>
              <a:t>Default Deny</a:t>
            </a:r>
          </a:p>
          <a:p>
            <a:pPr marL="228600" lvl="0" indent="-228600">
              <a:spcBef>
                <a:spcPts val="0"/>
              </a:spcBef>
              <a:buSzPts val="2200"/>
            </a:pPr>
            <a:endParaRPr lang="en-US" dirty="0"/>
          </a:p>
          <a:p>
            <a:pPr marL="228600" lvl="0" indent="-228600">
              <a:spcBef>
                <a:spcPts val="0"/>
              </a:spcBef>
              <a:buSzPts val="2200"/>
            </a:pPr>
            <a:r>
              <a:rPr lang="en-US" dirty="0"/>
              <a:t>Adhere to the Principle of Least Privilege</a:t>
            </a:r>
          </a:p>
          <a:p>
            <a:pPr marL="228600" lvl="0" indent="-228600">
              <a:spcBef>
                <a:spcPts val="0"/>
              </a:spcBef>
              <a:buSzPts val="2200"/>
            </a:pPr>
            <a:r>
              <a:rPr lang="en-US" dirty="0"/>
              <a:t>Sanitize Data Sent to Other Systems</a:t>
            </a:r>
          </a:p>
          <a:p>
            <a:pPr marL="685800" lvl="1" indent="-228600">
              <a:spcBef>
                <a:spcPts val="0"/>
              </a:spcBef>
              <a:buSzPts val="2200"/>
            </a:pPr>
            <a:r>
              <a:rPr lang="en-US" dirty="0"/>
              <a:t>STD-004-CPP</a:t>
            </a:r>
          </a:p>
          <a:p>
            <a:pPr marL="228600" lvl="0" indent="-228600">
              <a:spcBef>
                <a:spcPts val="0"/>
              </a:spcBef>
              <a:buSzPts val="2200"/>
            </a:pPr>
            <a:r>
              <a:rPr lang="en-US" dirty="0"/>
              <a:t>Practice Defense in Depth </a:t>
            </a:r>
          </a:p>
          <a:p>
            <a:pPr marL="685800" lvl="1" indent="-228600">
              <a:spcBef>
                <a:spcPts val="0"/>
              </a:spcBef>
              <a:buSzPts val="2200"/>
            </a:pPr>
            <a:r>
              <a:rPr lang="en-US" dirty="0"/>
              <a:t>STD-005-CPP</a:t>
            </a:r>
          </a:p>
          <a:p>
            <a:pPr marL="685800" lvl="1" indent="-228600">
              <a:spcBef>
                <a:spcPts val="0"/>
              </a:spcBef>
              <a:buSzPts val="2200"/>
            </a:pPr>
            <a:r>
              <a:rPr lang="en-US" dirty="0"/>
              <a:t>STD-007-CPP</a:t>
            </a:r>
          </a:p>
          <a:p>
            <a:pPr marL="685800" lvl="1" indent="-228600">
              <a:spcBef>
                <a:spcPts val="0"/>
              </a:spcBef>
              <a:buSzPts val="2200"/>
            </a:pPr>
            <a:r>
              <a:rPr lang="en-US" dirty="0"/>
              <a:t>STD-010-CPP</a:t>
            </a:r>
          </a:p>
          <a:p>
            <a:pPr marL="228600" lvl="0" indent="-228600">
              <a:spcBef>
                <a:spcPts val="0"/>
              </a:spcBef>
              <a:buSzPts val="2200"/>
            </a:pPr>
            <a:r>
              <a:rPr lang="en-US" dirty="0"/>
              <a:t>Use Effective Quality Assurance Techniques</a:t>
            </a:r>
          </a:p>
          <a:p>
            <a:pPr marL="685800" lvl="1" indent="-228600">
              <a:spcBef>
                <a:spcPts val="0"/>
              </a:spcBef>
              <a:buSzPts val="2200"/>
            </a:pPr>
            <a:r>
              <a:rPr lang="en-US" dirty="0"/>
              <a:t>STD-006-CPP</a:t>
            </a:r>
          </a:p>
          <a:p>
            <a:pPr marL="228600" lvl="0" indent="-228600">
              <a:spcBef>
                <a:spcPts val="0"/>
              </a:spcBef>
              <a:buSzPts val="2200"/>
            </a:pPr>
            <a:r>
              <a:rPr lang="en-US" dirty="0"/>
              <a:t>Adopt a Secure Coding Standard</a:t>
            </a:r>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dirty="0"/>
              <a:t>STD-001-CPP -- Never qualify a reference type with const or volatile</a:t>
            </a:r>
          </a:p>
          <a:p>
            <a:pPr marL="228600" indent="-228600">
              <a:spcBef>
                <a:spcPts val="0"/>
              </a:spcBef>
              <a:buSzPts val="2000"/>
            </a:pPr>
            <a:r>
              <a:rPr lang="en-US" dirty="0"/>
              <a:t>STD-002-CPP -- Ensure that division and remainder operations do not result in divide-by-zero errors</a:t>
            </a:r>
          </a:p>
          <a:p>
            <a:pPr marL="228600" indent="-228600">
              <a:spcBef>
                <a:spcPts val="0"/>
              </a:spcBef>
              <a:buSzPts val="2000"/>
            </a:pPr>
            <a:r>
              <a:rPr lang="en-US" dirty="0"/>
              <a:t>STD-003-CPP -- Do not attempt to create a </a:t>
            </a:r>
            <a:r>
              <a:rPr lang="en-US" dirty="0" err="1"/>
              <a:t>std:string</a:t>
            </a:r>
            <a:r>
              <a:rPr lang="en-US" dirty="0"/>
              <a:t> from a null pointer</a:t>
            </a:r>
          </a:p>
          <a:p>
            <a:pPr marL="228600" indent="-228600">
              <a:spcBef>
                <a:spcPts val="0"/>
              </a:spcBef>
              <a:buSzPts val="2000"/>
            </a:pPr>
            <a:r>
              <a:rPr lang="en-US" dirty="0"/>
              <a:t>STD-004-CPP -- Exclude user input from format strings</a:t>
            </a:r>
          </a:p>
          <a:p>
            <a:pPr marL="228600" indent="-228600">
              <a:spcBef>
                <a:spcPts val="0"/>
              </a:spcBef>
              <a:buSzPts val="2000"/>
            </a:pPr>
            <a:r>
              <a:rPr lang="en-US" dirty="0"/>
              <a:t>STD-005-CPP -- Allocate sufficient memory for an object</a:t>
            </a:r>
          </a:p>
          <a:p>
            <a:pPr marL="228600" indent="-228600">
              <a:spcBef>
                <a:spcPts val="0"/>
              </a:spcBef>
              <a:buSzPts val="2000"/>
            </a:pPr>
            <a:r>
              <a:rPr lang="en-US" dirty="0"/>
              <a:t>STD-006-CPP -- Use a static assertion to test the value of a constant expression</a:t>
            </a:r>
          </a:p>
          <a:p>
            <a:pPr marL="228600" indent="-228600">
              <a:spcBef>
                <a:spcPts val="0"/>
              </a:spcBef>
              <a:buSzPts val="2000"/>
            </a:pPr>
            <a:r>
              <a:rPr lang="en-US" dirty="0"/>
              <a:t>STD-007-CPP -- Do not abruptly terminate the program</a:t>
            </a:r>
          </a:p>
          <a:p>
            <a:pPr marL="228600" indent="-228600">
              <a:spcBef>
                <a:spcPts val="0"/>
              </a:spcBef>
              <a:buSzPts val="2000"/>
            </a:pPr>
            <a:r>
              <a:rPr lang="en-US" dirty="0"/>
              <a:t>STD-008-CPP -- Do not invoke virtual functions from </a:t>
            </a:r>
            <a:r>
              <a:rPr lang="en-US"/>
              <a:t>constructors or </a:t>
            </a:r>
            <a:r>
              <a:rPr lang="en-US" dirty="0"/>
              <a:t>destructors</a:t>
            </a:r>
          </a:p>
          <a:p>
            <a:pPr marL="228600" indent="-228600">
              <a:spcBef>
                <a:spcPts val="0"/>
              </a:spcBef>
              <a:buSzPts val="2000"/>
            </a:pPr>
            <a:r>
              <a:rPr lang="en-US" dirty="0"/>
              <a:t>STD-009-CPP -- Do not access a closed file</a:t>
            </a:r>
          </a:p>
          <a:p>
            <a:pPr marL="228600" indent="-228600">
              <a:spcBef>
                <a:spcPts val="0"/>
              </a:spcBef>
              <a:buSzPts val="2000"/>
            </a:pPr>
            <a:r>
              <a:rPr lang="en-US" dirty="0"/>
              <a:t>STD-010-CPP -- Guarantee that container indices and iterators are within the valid range</a:t>
            </a:r>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ENCRYPTION POLICIES</a:t>
            </a:r>
            <a:endParaRPr dirty="0"/>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83D815C1-F70C-55B5-AC47-C4B892C0F924}"/>
              </a:ext>
            </a:extLst>
          </p:cNvPr>
          <p:cNvGraphicFramePr>
            <a:graphicFrameLocks noGrp="1"/>
          </p:cNvGraphicFramePr>
          <p:nvPr>
            <p:extLst>
              <p:ext uri="{D42A27DB-BD31-4B8C-83A1-F6EECF244321}">
                <p14:modId xmlns:p14="http://schemas.microsoft.com/office/powerpoint/2010/main" val="3131761477"/>
              </p:ext>
            </p:extLst>
          </p:nvPr>
        </p:nvGraphicFramePr>
        <p:xfrm>
          <a:off x="685800" y="1686562"/>
          <a:ext cx="10820400" cy="4903191"/>
        </p:xfrm>
        <a:graphic>
          <a:graphicData uri="http://schemas.openxmlformats.org/drawingml/2006/table">
            <a:tbl>
              <a:tblPr firstRow="1" bandRow="1">
                <a:tableStyleId>{802198C4-3087-4945-87E3-76CBB3509B7E}</a:tableStyleId>
              </a:tblPr>
              <a:tblGrid>
                <a:gridCol w="2570747">
                  <a:extLst>
                    <a:ext uri="{9D8B030D-6E8A-4147-A177-3AD203B41FA5}">
                      <a16:colId xmlns:a16="http://schemas.microsoft.com/office/drawing/2014/main" val="449256693"/>
                    </a:ext>
                  </a:extLst>
                </a:gridCol>
                <a:gridCol w="8249653">
                  <a:extLst>
                    <a:ext uri="{9D8B030D-6E8A-4147-A177-3AD203B41FA5}">
                      <a16:colId xmlns:a16="http://schemas.microsoft.com/office/drawing/2014/main" val="404578614"/>
                    </a:ext>
                  </a:extLst>
                </a:gridCol>
              </a:tblGrid>
              <a:tr h="1634397">
                <a:tc>
                  <a:txBody>
                    <a:bodyPr/>
                    <a:lstStyle/>
                    <a:p>
                      <a:r>
                        <a:rPr lang="en-US" sz="2000" dirty="0">
                          <a:solidFill>
                            <a:schemeClr val="bg1"/>
                          </a:solidFill>
                          <a:latin typeface="Century Gothic" panose="020B0502020202020204" pitchFamily="34" charset="0"/>
                        </a:rPr>
                        <a:t>Encryption at Rest</a:t>
                      </a:r>
                    </a:p>
                  </a:txBody>
                  <a:tcPr anchor="ctr"/>
                </a:tc>
                <a:tc>
                  <a:txBody>
                    <a:bodyPr/>
                    <a:lstStyle/>
                    <a:p>
                      <a:r>
                        <a:rPr lang="en-US" sz="1800" dirty="0">
                          <a:solidFill>
                            <a:schemeClr val="bg1"/>
                          </a:solidFill>
                          <a:latin typeface="Century Gothic" panose="020B0502020202020204" pitchFamily="34" charset="0"/>
                        </a:rPr>
                        <a:t>Data stored on internal servers, cloud servers, desktops, laptops, and external storage devices should be encrypted. No data should be stored in plain text. This protects against an attacker gaining access to data through compromised hardware.</a:t>
                      </a:r>
                    </a:p>
                  </a:txBody>
                  <a:tcPr/>
                </a:tc>
                <a:extLst>
                  <a:ext uri="{0D108BD9-81ED-4DB2-BD59-A6C34878D82A}">
                    <a16:rowId xmlns:a16="http://schemas.microsoft.com/office/drawing/2014/main" val="3576908050"/>
                  </a:ext>
                </a:extLst>
              </a:tr>
              <a:tr h="1634397">
                <a:tc>
                  <a:txBody>
                    <a:bodyPr/>
                    <a:lstStyle/>
                    <a:p>
                      <a:r>
                        <a:rPr lang="en-US" sz="2000" dirty="0">
                          <a:solidFill>
                            <a:schemeClr val="bg1"/>
                          </a:solidFill>
                          <a:latin typeface="Century Gothic" panose="020B0502020202020204" pitchFamily="34" charset="0"/>
                        </a:rPr>
                        <a:t>Encryption in flight</a:t>
                      </a:r>
                    </a:p>
                  </a:txBody>
                  <a:tcPr anchor="ctr"/>
                </a:tc>
                <a:tc>
                  <a:txBody>
                    <a:bodyPr/>
                    <a:lstStyle/>
                    <a:p>
                      <a:r>
                        <a:rPr lang="en-US" sz="1800" dirty="0">
                          <a:solidFill>
                            <a:schemeClr val="bg1"/>
                          </a:solidFill>
                          <a:latin typeface="Century Gothic" panose="020B0502020202020204" pitchFamily="34" charset="0"/>
                        </a:rPr>
                        <a:t>When data is transferred from one place to another it must be encrypted. This includes data being sent from the client to Green Pace systems, internal transfer of data, and data being sent from Green Pace to the client. This protects data in the case of interception.</a:t>
                      </a:r>
                    </a:p>
                  </a:txBody>
                  <a:tcPr/>
                </a:tc>
                <a:extLst>
                  <a:ext uri="{0D108BD9-81ED-4DB2-BD59-A6C34878D82A}">
                    <a16:rowId xmlns:a16="http://schemas.microsoft.com/office/drawing/2014/main" val="2584867517"/>
                  </a:ext>
                </a:extLst>
              </a:tr>
              <a:tr h="1634397">
                <a:tc>
                  <a:txBody>
                    <a:bodyPr/>
                    <a:lstStyle/>
                    <a:p>
                      <a:r>
                        <a:rPr lang="en-US" sz="2000" dirty="0">
                          <a:solidFill>
                            <a:schemeClr val="bg1"/>
                          </a:solidFill>
                          <a:latin typeface="Century Gothic" panose="020B0502020202020204" pitchFamily="34" charset="0"/>
                        </a:rPr>
                        <a:t>Encryption in use</a:t>
                      </a:r>
                    </a:p>
                  </a:txBody>
                  <a:tcPr anchor="ctr"/>
                </a:tc>
                <a:tc>
                  <a:txBody>
                    <a:bodyPr/>
                    <a:lstStyle/>
                    <a:p>
                      <a:r>
                        <a:rPr lang="en-US" sz="1800" dirty="0">
                          <a:solidFill>
                            <a:schemeClr val="bg1"/>
                          </a:solidFill>
                          <a:latin typeface="Century Gothic" panose="020B0502020202020204" pitchFamily="34" charset="0"/>
                        </a:rPr>
                        <a:t>While data is in use, being read, processed, or modified, it is in its most vulnerable state as it is being directly accessed by a human. To protect data while in use it must remain encrypted unless necessary. Additionally, access to data should be restricted to only those individuals who require access. </a:t>
                      </a:r>
                    </a:p>
                  </a:txBody>
                  <a:tcPr/>
                </a:tc>
                <a:extLst>
                  <a:ext uri="{0D108BD9-81ED-4DB2-BD59-A6C34878D82A}">
                    <a16:rowId xmlns:a16="http://schemas.microsoft.com/office/drawing/2014/main" val="302381963"/>
                  </a:ext>
                </a:extLst>
              </a:tr>
            </a:tbl>
          </a:graphicData>
        </a:graphic>
      </p:graphicFrame>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 name="Table 1">
            <a:extLst>
              <a:ext uri="{FF2B5EF4-FFF2-40B4-BE49-F238E27FC236}">
                <a16:creationId xmlns:a16="http://schemas.microsoft.com/office/drawing/2014/main" id="{88AF4C3D-273F-9ED1-00BA-027123EDB8B3}"/>
              </a:ext>
            </a:extLst>
          </p:cNvPr>
          <p:cNvGraphicFramePr>
            <a:graphicFrameLocks noGrp="1"/>
          </p:cNvGraphicFramePr>
          <p:nvPr>
            <p:extLst>
              <p:ext uri="{D42A27DB-BD31-4B8C-83A1-F6EECF244321}">
                <p14:modId xmlns:p14="http://schemas.microsoft.com/office/powerpoint/2010/main" val="3512394610"/>
              </p:ext>
            </p:extLst>
          </p:nvPr>
        </p:nvGraphicFramePr>
        <p:xfrm>
          <a:off x="685800" y="1810529"/>
          <a:ext cx="10820400" cy="4779222"/>
        </p:xfrm>
        <a:graphic>
          <a:graphicData uri="http://schemas.openxmlformats.org/drawingml/2006/table">
            <a:tbl>
              <a:tblPr firstRow="1" bandRow="1">
                <a:tableStyleId>{802198C4-3087-4945-87E3-76CBB3509B7E}</a:tableStyleId>
              </a:tblPr>
              <a:tblGrid>
                <a:gridCol w="2249905">
                  <a:extLst>
                    <a:ext uri="{9D8B030D-6E8A-4147-A177-3AD203B41FA5}">
                      <a16:colId xmlns:a16="http://schemas.microsoft.com/office/drawing/2014/main" val="3598084966"/>
                    </a:ext>
                  </a:extLst>
                </a:gridCol>
                <a:gridCol w="8570495">
                  <a:extLst>
                    <a:ext uri="{9D8B030D-6E8A-4147-A177-3AD203B41FA5}">
                      <a16:colId xmlns:a16="http://schemas.microsoft.com/office/drawing/2014/main" val="1912506092"/>
                    </a:ext>
                  </a:extLst>
                </a:gridCol>
              </a:tblGrid>
              <a:tr h="1593074">
                <a:tc>
                  <a:txBody>
                    <a:bodyPr/>
                    <a:lstStyle/>
                    <a:p>
                      <a:pPr marL="0" marR="0" lvl="0" indent="0" algn="l" defTabSz="914400" rtl="0" eaLnBrk="1" fontAlgn="auto" latinLnBrk="0" hangingPunct="1">
                        <a:lnSpc>
                          <a:spcPct val="90000"/>
                        </a:lnSpc>
                        <a:spcBef>
                          <a:spcPts val="0"/>
                        </a:spcBef>
                        <a:spcAft>
                          <a:spcPts val="0"/>
                        </a:spcAft>
                        <a:buClr>
                          <a:srgbClr val="FFFFFF"/>
                        </a:buClr>
                        <a:buSzPts val="2400"/>
                        <a:buFont typeface="Arial"/>
                        <a:buNone/>
                        <a:tabLst/>
                        <a:defRPr/>
                      </a:pPr>
                      <a:r>
                        <a:rPr kumimoji="0" lang="en-US" sz="2200" b="0" i="0" u="none" strike="noStrike" kern="0" cap="none" spc="0" normalizeH="0" baseline="0" noProof="0" dirty="0">
                          <a:ln>
                            <a:noFill/>
                          </a:ln>
                          <a:solidFill>
                            <a:srgbClr val="FFFFFF"/>
                          </a:solidFill>
                          <a:effectLst/>
                          <a:uLnTx/>
                          <a:uFillTx/>
                          <a:latin typeface="Century Gothic"/>
                          <a:sym typeface="Century Gothic"/>
                        </a:rPr>
                        <a:t>Authentication</a:t>
                      </a:r>
                    </a:p>
                  </a:txBody>
                  <a:tcPr/>
                </a:tc>
                <a:tc>
                  <a:txBody>
                    <a:bodyPr/>
                    <a:lstStyle/>
                    <a:p>
                      <a:r>
                        <a:rPr lang="en-US" sz="1800" dirty="0">
                          <a:solidFill>
                            <a:schemeClr val="bg1"/>
                          </a:solidFill>
                          <a:latin typeface="Century Gothic" panose="020B0502020202020204" pitchFamily="34" charset="0"/>
                        </a:rPr>
                        <a:t>Verify a user’s identity before allowing access to any system. This can be done through a user ID and password. Authentication ensures the person accessing the data has the proper clearance to do so. </a:t>
                      </a:r>
                    </a:p>
                  </a:txBody>
                  <a:tcPr/>
                </a:tc>
                <a:extLst>
                  <a:ext uri="{0D108BD9-81ED-4DB2-BD59-A6C34878D82A}">
                    <a16:rowId xmlns:a16="http://schemas.microsoft.com/office/drawing/2014/main" val="3245944822"/>
                  </a:ext>
                </a:extLst>
              </a:tr>
              <a:tr h="1593074">
                <a:tc>
                  <a:txBody>
                    <a:bodyPr/>
                    <a:lstStyle/>
                    <a:p>
                      <a:pPr marL="0" marR="0" lvl="0" indent="0" algn="l" defTabSz="914400" rtl="0" eaLnBrk="1" fontAlgn="auto" latinLnBrk="0" hangingPunct="1">
                        <a:lnSpc>
                          <a:spcPct val="90000"/>
                        </a:lnSpc>
                        <a:spcBef>
                          <a:spcPts val="0"/>
                        </a:spcBef>
                        <a:spcAft>
                          <a:spcPts val="0"/>
                        </a:spcAft>
                        <a:buClr>
                          <a:srgbClr val="FFFFFF"/>
                        </a:buClr>
                        <a:buSzPts val="2400"/>
                        <a:buFont typeface="Arial"/>
                        <a:buNone/>
                        <a:tabLst/>
                        <a:defRPr/>
                      </a:pPr>
                      <a:r>
                        <a:rPr kumimoji="0" lang="en-US" sz="2200" b="0" i="0" u="none" strike="noStrike" kern="0" cap="none" spc="0" normalizeH="0" baseline="0" noProof="0" dirty="0">
                          <a:ln>
                            <a:noFill/>
                          </a:ln>
                          <a:solidFill>
                            <a:srgbClr val="FFFFFF"/>
                          </a:solidFill>
                          <a:effectLst/>
                          <a:uLnTx/>
                          <a:uFillTx/>
                          <a:latin typeface="Century Gothic"/>
                          <a:cs typeface="Arial"/>
                          <a:sym typeface="Century Gothic"/>
                        </a:rPr>
                        <a:t>Authorization</a:t>
                      </a:r>
                    </a:p>
                  </a:txBody>
                  <a:tcPr/>
                </a:tc>
                <a:tc>
                  <a:txBody>
                    <a:bodyPr/>
                    <a:lstStyle/>
                    <a:p>
                      <a:r>
                        <a:rPr lang="en-US" sz="1800" dirty="0">
                          <a:solidFill>
                            <a:schemeClr val="bg1"/>
                          </a:solidFill>
                          <a:latin typeface="Century Gothic" panose="020B0502020202020204" pitchFamily="34" charset="0"/>
                        </a:rPr>
                        <a:t>Not every individual requires access to all systems. Access should be limited based on job role and responsibilities.  </a:t>
                      </a:r>
                    </a:p>
                  </a:txBody>
                  <a:tcPr/>
                </a:tc>
                <a:extLst>
                  <a:ext uri="{0D108BD9-81ED-4DB2-BD59-A6C34878D82A}">
                    <a16:rowId xmlns:a16="http://schemas.microsoft.com/office/drawing/2014/main" val="4032477070"/>
                  </a:ext>
                </a:extLst>
              </a:tr>
              <a:tr h="1593074">
                <a:tc>
                  <a:txBody>
                    <a:bodyPr/>
                    <a:lstStyle/>
                    <a:p>
                      <a:pPr marL="0" marR="0" lvl="0" indent="0" algn="l" defTabSz="914400" rtl="0" eaLnBrk="1" fontAlgn="auto" latinLnBrk="0" hangingPunct="1">
                        <a:lnSpc>
                          <a:spcPct val="90000"/>
                        </a:lnSpc>
                        <a:spcBef>
                          <a:spcPts val="0"/>
                        </a:spcBef>
                        <a:spcAft>
                          <a:spcPts val="0"/>
                        </a:spcAft>
                        <a:buClr>
                          <a:srgbClr val="FFFFFF"/>
                        </a:buClr>
                        <a:buSzPts val="2400"/>
                        <a:buFont typeface="Arial"/>
                        <a:buNone/>
                        <a:tabLst/>
                        <a:defRPr/>
                      </a:pPr>
                      <a:r>
                        <a:rPr kumimoji="0" lang="en-US" sz="2200" b="0" i="0" u="none" strike="noStrike" kern="0" cap="none" spc="0" normalizeH="0" baseline="0" noProof="0" dirty="0">
                          <a:ln>
                            <a:noFill/>
                          </a:ln>
                          <a:solidFill>
                            <a:srgbClr val="FFFFFF"/>
                          </a:solidFill>
                          <a:effectLst/>
                          <a:uLnTx/>
                          <a:uFillTx/>
                          <a:latin typeface="Century Gothic"/>
                          <a:cs typeface="Arial"/>
                          <a:sym typeface="Century Gothic"/>
                        </a:rPr>
                        <a:t>Accounting</a:t>
                      </a:r>
                    </a:p>
                  </a:txBody>
                  <a:tcPr/>
                </a:tc>
                <a:tc>
                  <a:txBody>
                    <a:bodyPr/>
                    <a:lstStyle/>
                    <a:p>
                      <a:r>
                        <a:rPr lang="en-US" sz="1800" dirty="0">
                          <a:solidFill>
                            <a:schemeClr val="bg1"/>
                          </a:solidFill>
                          <a:latin typeface="Century Gothic" panose="020B0502020202020204" pitchFamily="34" charset="0"/>
                        </a:rPr>
                        <a:t>Any access should be accounted for. A time-stamped record of each log-in and log-out, as well as any failed log-in attempts should be automatically tracked by the system. A record of what data was accessed and any action that occurred to that data, whether it was modified or downloaded, should be kept.</a:t>
                      </a:r>
                    </a:p>
                  </a:txBody>
                  <a:tcPr/>
                </a:tc>
                <a:extLst>
                  <a:ext uri="{0D108BD9-81ED-4DB2-BD59-A6C34878D82A}">
                    <a16:rowId xmlns:a16="http://schemas.microsoft.com/office/drawing/2014/main" val="2084827400"/>
                  </a:ext>
                </a:extLst>
              </a:tr>
            </a:tbl>
          </a:graphicData>
        </a:graphic>
      </p:graphicFrame>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CA6B0-09DD-1333-5AE2-AB6DC640DB80}"/>
              </a:ext>
            </a:extLst>
          </p:cNvPr>
          <p:cNvSpPr>
            <a:spLocks noGrp="1"/>
          </p:cNvSpPr>
          <p:nvPr>
            <p:ph type="title"/>
          </p:nvPr>
        </p:nvSpPr>
        <p:spPr/>
        <p:txBody>
          <a:bodyPr/>
          <a:lstStyle/>
          <a:p>
            <a:r>
              <a:rPr lang="en-US" dirty="0"/>
              <a:t>Unit Testing</a:t>
            </a:r>
          </a:p>
        </p:txBody>
      </p:sp>
      <p:sp>
        <p:nvSpPr>
          <p:cNvPr id="3" name="Text Placeholder 2">
            <a:extLst>
              <a:ext uri="{FF2B5EF4-FFF2-40B4-BE49-F238E27FC236}">
                <a16:creationId xmlns:a16="http://schemas.microsoft.com/office/drawing/2014/main" id="{64EA548C-ECA3-7D64-295F-D6C81B083CCF}"/>
              </a:ext>
            </a:extLst>
          </p:cNvPr>
          <p:cNvSpPr>
            <a:spLocks noGrp="1"/>
          </p:cNvSpPr>
          <p:nvPr>
            <p:ph type="body" idx="1"/>
          </p:nvPr>
        </p:nvSpPr>
        <p:spPr/>
        <p:txBody>
          <a:bodyPr/>
          <a:lstStyle/>
          <a:p>
            <a:r>
              <a:rPr lang="en-US" dirty="0"/>
              <a:t>Tests individual components of an application in isolation to verify they work as expected.</a:t>
            </a:r>
          </a:p>
          <a:p>
            <a:r>
              <a:rPr lang="en-US" dirty="0"/>
              <a:t>Helps find bugs and defects early in development, reducing cost of debugging later</a:t>
            </a:r>
          </a:p>
          <a:p>
            <a:r>
              <a:rPr lang="en-US" dirty="0"/>
              <a:t>Helps programmers write clean, modular code by ensuring each part behaves correctly.</a:t>
            </a:r>
          </a:p>
          <a:p>
            <a:r>
              <a:rPr lang="en-US" dirty="0"/>
              <a:t>Can be automated to save time and money</a:t>
            </a:r>
          </a:p>
          <a:p>
            <a:r>
              <a:rPr lang="en-US" dirty="0"/>
              <a:t>Excellent for testing edge cases</a:t>
            </a:r>
          </a:p>
        </p:txBody>
      </p:sp>
    </p:spTree>
    <p:extLst>
      <p:ext uri="{BB962C8B-B14F-4D97-AF65-F5344CB8AC3E}">
        <p14:creationId xmlns:p14="http://schemas.microsoft.com/office/powerpoint/2010/main" val="3020857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D9EA9-A23B-5D36-19C2-6F8874084385}"/>
              </a:ext>
            </a:extLst>
          </p:cNvPr>
          <p:cNvSpPr>
            <a:spLocks noGrp="1"/>
          </p:cNvSpPr>
          <p:nvPr>
            <p:ph type="title"/>
          </p:nvPr>
        </p:nvSpPr>
        <p:spPr/>
        <p:txBody>
          <a:bodyPr/>
          <a:lstStyle/>
          <a:p>
            <a:r>
              <a:rPr lang="en-US" dirty="0"/>
              <a:t>Collection Smart Pointer Is Not Null</a:t>
            </a:r>
          </a:p>
        </p:txBody>
      </p:sp>
      <p:sp>
        <p:nvSpPr>
          <p:cNvPr id="3" name="Text Placeholder 2">
            <a:extLst>
              <a:ext uri="{FF2B5EF4-FFF2-40B4-BE49-F238E27FC236}">
                <a16:creationId xmlns:a16="http://schemas.microsoft.com/office/drawing/2014/main" id="{DAE16412-996B-ED27-C03E-50556457B1B2}"/>
              </a:ext>
            </a:extLst>
          </p:cNvPr>
          <p:cNvSpPr>
            <a:spLocks noGrp="1"/>
          </p:cNvSpPr>
          <p:nvPr>
            <p:ph type="body" idx="1"/>
          </p:nvPr>
        </p:nvSpPr>
        <p:spPr/>
        <p:txBody>
          <a:bodyPr/>
          <a:lstStyle/>
          <a:p>
            <a:r>
              <a:rPr lang="en-US" dirty="0"/>
              <a:t>Ensures the collection exists </a:t>
            </a:r>
          </a:p>
          <a:p>
            <a:r>
              <a:rPr lang="en-US" dirty="0"/>
              <a:t>Ensures the collection pointer is pointing to an object.</a:t>
            </a:r>
          </a:p>
        </p:txBody>
      </p:sp>
      <p:pic>
        <p:nvPicPr>
          <p:cNvPr id="7" name="Picture 6">
            <a:extLst>
              <a:ext uri="{FF2B5EF4-FFF2-40B4-BE49-F238E27FC236}">
                <a16:creationId xmlns:a16="http://schemas.microsoft.com/office/drawing/2014/main" id="{B125FA10-4A4A-3CB8-3399-90479133045B}"/>
              </a:ext>
            </a:extLst>
          </p:cNvPr>
          <p:cNvPicPr>
            <a:picLocks noChangeAspect="1"/>
          </p:cNvPicPr>
          <p:nvPr/>
        </p:nvPicPr>
        <p:blipFill>
          <a:blip r:embed="rId2"/>
          <a:stretch>
            <a:fillRect/>
          </a:stretch>
        </p:blipFill>
        <p:spPr>
          <a:xfrm>
            <a:off x="6172201" y="2194559"/>
            <a:ext cx="5333999" cy="1659851"/>
          </a:xfrm>
          <a:prstGeom prst="rect">
            <a:avLst/>
          </a:prstGeom>
        </p:spPr>
      </p:pic>
      <p:pic>
        <p:nvPicPr>
          <p:cNvPr id="11" name="Picture 10">
            <a:extLst>
              <a:ext uri="{FF2B5EF4-FFF2-40B4-BE49-F238E27FC236}">
                <a16:creationId xmlns:a16="http://schemas.microsoft.com/office/drawing/2014/main" id="{3D405205-0E5D-36E6-9CBD-B8F516D03B45}"/>
              </a:ext>
            </a:extLst>
          </p:cNvPr>
          <p:cNvPicPr>
            <a:picLocks noChangeAspect="1"/>
          </p:cNvPicPr>
          <p:nvPr/>
        </p:nvPicPr>
        <p:blipFill>
          <a:blip r:embed="rId3"/>
          <a:stretch>
            <a:fillRect/>
          </a:stretch>
        </p:blipFill>
        <p:spPr>
          <a:xfrm>
            <a:off x="6172201" y="3991568"/>
            <a:ext cx="5334000" cy="293794"/>
          </a:xfrm>
          <a:prstGeom prst="rect">
            <a:avLst/>
          </a:prstGeom>
        </p:spPr>
      </p:pic>
    </p:spTree>
    <p:extLst>
      <p:ext uri="{BB962C8B-B14F-4D97-AF65-F5344CB8AC3E}">
        <p14:creationId xmlns:p14="http://schemas.microsoft.com/office/powerpoint/2010/main" val="1165034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dirty="0"/>
              <a:t>Is Empty On Create</a:t>
            </a:r>
            <a:endParaRPr dirty="0"/>
          </a:p>
        </p:txBody>
      </p:sp>
      <p:sp>
        <p:nvSpPr>
          <p:cNvPr id="196" name="Google Shape;196;g9504e29505_0_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42900"/>
            <a:r>
              <a:rPr lang="en-US" dirty="0"/>
              <a:t>Vector must be empty upon creation to prevent data from being saved unintentionally.</a:t>
            </a:r>
          </a:p>
          <a:p>
            <a:pPr marL="342900"/>
            <a:r>
              <a:rPr lang="en-US" dirty="0"/>
              <a:t>Test shows new vector is empty upon creation</a:t>
            </a:r>
            <a:endParaRPr dirty="0"/>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pic>
        <p:nvPicPr>
          <p:cNvPr id="5" name="Picture 4">
            <a:extLst>
              <a:ext uri="{FF2B5EF4-FFF2-40B4-BE49-F238E27FC236}">
                <a16:creationId xmlns:a16="http://schemas.microsoft.com/office/drawing/2014/main" id="{950401BD-4773-A100-D518-0589E2281F74}"/>
              </a:ext>
            </a:extLst>
          </p:cNvPr>
          <p:cNvPicPr>
            <a:picLocks noChangeAspect="1"/>
          </p:cNvPicPr>
          <p:nvPr/>
        </p:nvPicPr>
        <p:blipFill>
          <a:blip r:embed="rId5"/>
          <a:stretch>
            <a:fillRect/>
          </a:stretch>
        </p:blipFill>
        <p:spPr>
          <a:xfrm>
            <a:off x="6172201" y="2194559"/>
            <a:ext cx="5333999" cy="2041884"/>
          </a:xfrm>
          <a:prstGeom prst="rect">
            <a:avLst/>
          </a:prstGeom>
        </p:spPr>
      </p:pic>
      <p:pic>
        <p:nvPicPr>
          <p:cNvPr id="7" name="Picture 6">
            <a:extLst>
              <a:ext uri="{FF2B5EF4-FFF2-40B4-BE49-F238E27FC236}">
                <a16:creationId xmlns:a16="http://schemas.microsoft.com/office/drawing/2014/main" id="{72B6328C-6A54-DB41-25E2-B69A61758356}"/>
              </a:ext>
            </a:extLst>
          </p:cNvPr>
          <p:cNvPicPr>
            <a:picLocks noChangeAspect="1"/>
          </p:cNvPicPr>
          <p:nvPr/>
        </p:nvPicPr>
        <p:blipFill>
          <a:blip r:embed="rId6"/>
          <a:stretch>
            <a:fillRect/>
          </a:stretch>
        </p:blipFill>
        <p:spPr>
          <a:xfrm>
            <a:off x="6172201" y="4343778"/>
            <a:ext cx="5333998" cy="431693"/>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E6055-9105-3E81-329E-5FA9D562A554}"/>
              </a:ext>
            </a:extLst>
          </p:cNvPr>
          <p:cNvSpPr>
            <a:spLocks noGrp="1"/>
          </p:cNvSpPr>
          <p:nvPr>
            <p:ph type="title"/>
          </p:nvPr>
        </p:nvSpPr>
        <p:spPr/>
        <p:txBody>
          <a:bodyPr/>
          <a:lstStyle/>
          <a:p>
            <a:r>
              <a:rPr lang="en-US" dirty="0"/>
              <a:t>Can Add To Empty Vector</a:t>
            </a:r>
          </a:p>
        </p:txBody>
      </p:sp>
      <p:sp>
        <p:nvSpPr>
          <p:cNvPr id="3" name="Text Placeholder 2">
            <a:extLst>
              <a:ext uri="{FF2B5EF4-FFF2-40B4-BE49-F238E27FC236}">
                <a16:creationId xmlns:a16="http://schemas.microsoft.com/office/drawing/2014/main" id="{F3598CA5-D18E-31DD-AF1A-813D59AFB76E}"/>
              </a:ext>
            </a:extLst>
          </p:cNvPr>
          <p:cNvSpPr>
            <a:spLocks noGrp="1"/>
          </p:cNvSpPr>
          <p:nvPr>
            <p:ph type="body" idx="1"/>
          </p:nvPr>
        </p:nvSpPr>
        <p:spPr/>
        <p:txBody>
          <a:bodyPr/>
          <a:lstStyle/>
          <a:p>
            <a:r>
              <a:rPr lang="en-US" dirty="0"/>
              <a:t>Empty vectors must be able to receive entries.</a:t>
            </a:r>
          </a:p>
          <a:p>
            <a:r>
              <a:rPr lang="en-US" dirty="0"/>
              <a:t>Test shows empty collection increase size to one after entry is added.</a:t>
            </a:r>
          </a:p>
        </p:txBody>
      </p:sp>
      <p:pic>
        <p:nvPicPr>
          <p:cNvPr id="5" name="Picture 4">
            <a:extLst>
              <a:ext uri="{FF2B5EF4-FFF2-40B4-BE49-F238E27FC236}">
                <a16:creationId xmlns:a16="http://schemas.microsoft.com/office/drawing/2014/main" id="{7ABA9360-7F17-0AE6-3C2D-1111B287ED33}"/>
              </a:ext>
            </a:extLst>
          </p:cNvPr>
          <p:cNvPicPr>
            <a:picLocks noChangeAspect="1"/>
          </p:cNvPicPr>
          <p:nvPr/>
        </p:nvPicPr>
        <p:blipFill>
          <a:blip r:embed="rId2"/>
          <a:stretch>
            <a:fillRect/>
          </a:stretch>
        </p:blipFill>
        <p:spPr>
          <a:xfrm>
            <a:off x="6172200" y="2194559"/>
            <a:ext cx="5334000" cy="3461332"/>
          </a:xfrm>
          <a:prstGeom prst="rect">
            <a:avLst/>
          </a:prstGeom>
        </p:spPr>
      </p:pic>
      <p:pic>
        <p:nvPicPr>
          <p:cNvPr id="7" name="Picture 6">
            <a:extLst>
              <a:ext uri="{FF2B5EF4-FFF2-40B4-BE49-F238E27FC236}">
                <a16:creationId xmlns:a16="http://schemas.microsoft.com/office/drawing/2014/main" id="{8FD59D9C-EBFF-BD6C-DBA8-2F1A95CA2FA7}"/>
              </a:ext>
            </a:extLst>
          </p:cNvPr>
          <p:cNvPicPr>
            <a:picLocks noChangeAspect="1"/>
          </p:cNvPicPr>
          <p:nvPr/>
        </p:nvPicPr>
        <p:blipFill>
          <a:blip r:embed="rId3"/>
          <a:stretch>
            <a:fillRect/>
          </a:stretch>
        </p:blipFill>
        <p:spPr>
          <a:xfrm>
            <a:off x="6172200" y="5742431"/>
            <a:ext cx="5334000" cy="292382"/>
          </a:xfrm>
          <a:prstGeom prst="rect">
            <a:avLst/>
          </a:prstGeom>
        </p:spPr>
      </p:pic>
    </p:spTree>
    <p:extLst>
      <p:ext uri="{BB962C8B-B14F-4D97-AF65-F5344CB8AC3E}">
        <p14:creationId xmlns:p14="http://schemas.microsoft.com/office/powerpoint/2010/main" val="1645139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AC1F7-3B52-0D9A-1895-AF60870340B3}"/>
              </a:ext>
            </a:extLst>
          </p:cNvPr>
          <p:cNvSpPr>
            <a:spLocks noGrp="1"/>
          </p:cNvSpPr>
          <p:nvPr>
            <p:ph type="title"/>
          </p:nvPr>
        </p:nvSpPr>
        <p:spPr/>
        <p:txBody>
          <a:bodyPr/>
          <a:lstStyle/>
          <a:p>
            <a:r>
              <a:rPr lang="en-US" dirty="0"/>
              <a:t>Can Add Five Values To Vector</a:t>
            </a:r>
          </a:p>
        </p:txBody>
      </p:sp>
      <p:sp>
        <p:nvSpPr>
          <p:cNvPr id="3" name="Text Placeholder 2">
            <a:extLst>
              <a:ext uri="{FF2B5EF4-FFF2-40B4-BE49-F238E27FC236}">
                <a16:creationId xmlns:a16="http://schemas.microsoft.com/office/drawing/2014/main" id="{7EBFDC4C-4FF5-E6FF-B90A-6836DF6D18AE}"/>
              </a:ext>
            </a:extLst>
          </p:cNvPr>
          <p:cNvSpPr>
            <a:spLocks noGrp="1"/>
          </p:cNvSpPr>
          <p:nvPr>
            <p:ph type="body" idx="1"/>
          </p:nvPr>
        </p:nvSpPr>
        <p:spPr/>
        <p:txBody>
          <a:bodyPr/>
          <a:lstStyle/>
          <a:p>
            <a:r>
              <a:rPr lang="en-US" dirty="0"/>
              <a:t>Collection must accept entries of any size.</a:t>
            </a:r>
          </a:p>
          <a:p>
            <a:r>
              <a:rPr lang="en-US" dirty="0"/>
              <a:t>Test shows collection can receive multiple entries.</a:t>
            </a:r>
          </a:p>
          <a:p>
            <a:r>
              <a:rPr lang="en-US" dirty="0"/>
              <a:t>Could add higher values to test edge cases</a:t>
            </a:r>
          </a:p>
        </p:txBody>
      </p:sp>
      <p:pic>
        <p:nvPicPr>
          <p:cNvPr id="5" name="Picture 4">
            <a:extLst>
              <a:ext uri="{FF2B5EF4-FFF2-40B4-BE49-F238E27FC236}">
                <a16:creationId xmlns:a16="http://schemas.microsoft.com/office/drawing/2014/main" id="{0EE8C338-E70A-3525-808D-2FB3A62F532B}"/>
              </a:ext>
            </a:extLst>
          </p:cNvPr>
          <p:cNvPicPr>
            <a:picLocks noChangeAspect="1"/>
          </p:cNvPicPr>
          <p:nvPr/>
        </p:nvPicPr>
        <p:blipFill>
          <a:blip r:embed="rId2"/>
          <a:stretch>
            <a:fillRect/>
          </a:stretch>
        </p:blipFill>
        <p:spPr>
          <a:xfrm>
            <a:off x="6172199" y="2194558"/>
            <a:ext cx="5333999" cy="3450207"/>
          </a:xfrm>
          <a:prstGeom prst="rect">
            <a:avLst/>
          </a:prstGeom>
        </p:spPr>
      </p:pic>
      <p:pic>
        <p:nvPicPr>
          <p:cNvPr id="8" name="Picture 7">
            <a:extLst>
              <a:ext uri="{FF2B5EF4-FFF2-40B4-BE49-F238E27FC236}">
                <a16:creationId xmlns:a16="http://schemas.microsoft.com/office/drawing/2014/main" id="{73BE1E06-E360-EEEE-8151-C56D248D7C40}"/>
              </a:ext>
            </a:extLst>
          </p:cNvPr>
          <p:cNvPicPr>
            <a:picLocks noChangeAspect="1"/>
          </p:cNvPicPr>
          <p:nvPr/>
        </p:nvPicPr>
        <p:blipFill>
          <a:blip r:embed="rId3"/>
          <a:stretch>
            <a:fillRect/>
          </a:stretch>
        </p:blipFill>
        <p:spPr>
          <a:xfrm>
            <a:off x="6172199" y="5676079"/>
            <a:ext cx="5334000" cy="255645"/>
          </a:xfrm>
          <a:prstGeom prst="rect">
            <a:avLst/>
          </a:prstGeom>
        </p:spPr>
      </p:pic>
    </p:spTree>
    <p:extLst>
      <p:ext uri="{BB962C8B-B14F-4D97-AF65-F5344CB8AC3E}">
        <p14:creationId xmlns:p14="http://schemas.microsoft.com/office/powerpoint/2010/main" val="975425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FE458-532B-AE91-567D-4C0A27D2340E}"/>
              </a:ext>
            </a:extLst>
          </p:cNvPr>
          <p:cNvSpPr>
            <a:spLocks noGrp="1"/>
          </p:cNvSpPr>
          <p:nvPr>
            <p:ph type="title"/>
          </p:nvPr>
        </p:nvSpPr>
        <p:spPr/>
        <p:txBody>
          <a:bodyPr/>
          <a:lstStyle/>
          <a:p>
            <a:r>
              <a:rPr lang="en-US" dirty="0"/>
              <a:t>Verify Max Size Greater Than Or Equal To Size</a:t>
            </a:r>
          </a:p>
        </p:txBody>
      </p:sp>
      <p:sp>
        <p:nvSpPr>
          <p:cNvPr id="3" name="Text Placeholder 2">
            <a:extLst>
              <a:ext uri="{FF2B5EF4-FFF2-40B4-BE49-F238E27FC236}">
                <a16:creationId xmlns:a16="http://schemas.microsoft.com/office/drawing/2014/main" id="{70B1676E-49D1-FF29-5FDB-E0ED8874C7F0}"/>
              </a:ext>
            </a:extLst>
          </p:cNvPr>
          <p:cNvSpPr>
            <a:spLocks noGrp="1"/>
          </p:cNvSpPr>
          <p:nvPr>
            <p:ph type="body" idx="1"/>
          </p:nvPr>
        </p:nvSpPr>
        <p:spPr/>
        <p:txBody>
          <a:bodyPr/>
          <a:lstStyle/>
          <a:p>
            <a:r>
              <a:rPr lang="en-US" dirty="0"/>
              <a:t>Max Size of a vector must be greater than or equal to the actual size of a vector to prevent overflow</a:t>
            </a:r>
          </a:p>
          <a:p>
            <a:r>
              <a:rPr lang="en-US" dirty="0"/>
              <a:t>Can add more test cases for upper limits of vector sizes</a:t>
            </a:r>
          </a:p>
        </p:txBody>
      </p:sp>
      <p:pic>
        <p:nvPicPr>
          <p:cNvPr id="6" name="Picture 5">
            <a:extLst>
              <a:ext uri="{FF2B5EF4-FFF2-40B4-BE49-F238E27FC236}">
                <a16:creationId xmlns:a16="http://schemas.microsoft.com/office/drawing/2014/main" id="{D4CECF4C-01A9-1444-46C7-1823B05EC446}"/>
              </a:ext>
            </a:extLst>
          </p:cNvPr>
          <p:cNvPicPr>
            <a:picLocks noChangeAspect="1"/>
          </p:cNvPicPr>
          <p:nvPr/>
        </p:nvPicPr>
        <p:blipFill>
          <a:blip r:embed="rId2"/>
          <a:stretch>
            <a:fillRect/>
          </a:stretch>
        </p:blipFill>
        <p:spPr>
          <a:xfrm>
            <a:off x="6172200" y="2194559"/>
            <a:ext cx="5334000" cy="1957619"/>
          </a:xfrm>
          <a:prstGeom prst="rect">
            <a:avLst/>
          </a:prstGeom>
        </p:spPr>
      </p:pic>
      <p:pic>
        <p:nvPicPr>
          <p:cNvPr id="8" name="Picture 7">
            <a:extLst>
              <a:ext uri="{FF2B5EF4-FFF2-40B4-BE49-F238E27FC236}">
                <a16:creationId xmlns:a16="http://schemas.microsoft.com/office/drawing/2014/main" id="{F8093996-B032-336F-767B-9F9CC98BE448}"/>
              </a:ext>
            </a:extLst>
          </p:cNvPr>
          <p:cNvPicPr>
            <a:picLocks noChangeAspect="1"/>
          </p:cNvPicPr>
          <p:nvPr/>
        </p:nvPicPr>
        <p:blipFill>
          <a:blip r:embed="rId3"/>
          <a:srcRect b="50651"/>
          <a:stretch>
            <a:fillRect/>
          </a:stretch>
        </p:blipFill>
        <p:spPr>
          <a:xfrm>
            <a:off x="6172200" y="4289337"/>
            <a:ext cx="5334000" cy="264376"/>
          </a:xfrm>
          <a:prstGeom prst="rect">
            <a:avLst/>
          </a:prstGeom>
        </p:spPr>
      </p:pic>
    </p:spTree>
    <p:extLst>
      <p:ext uri="{BB962C8B-B14F-4D97-AF65-F5344CB8AC3E}">
        <p14:creationId xmlns:p14="http://schemas.microsoft.com/office/powerpoint/2010/main" val="2800256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D76F-C985-623D-3B75-CA2026037C5F}"/>
              </a:ext>
            </a:extLst>
          </p:cNvPr>
          <p:cNvSpPr>
            <a:spLocks noGrp="1"/>
          </p:cNvSpPr>
          <p:nvPr>
            <p:ph type="title"/>
          </p:nvPr>
        </p:nvSpPr>
        <p:spPr/>
        <p:txBody>
          <a:bodyPr/>
          <a:lstStyle/>
          <a:p>
            <a:r>
              <a:rPr lang="en-US" dirty="0"/>
              <a:t>Verify Capacity Greater Than or Equal to Size</a:t>
            </a:r>
          </a:p>
        </p:txBody>
      </p:sp>
      <p:sp>
        <p:nvSpPr>
          <p:cNvPr id="3" name="Text Placeholder 2">
            <a:extLst>
              <a:ext uri="{FF2B5EF4-FFF2-40B4-BE49-F238E27FC236}">
                <a16:creationId xmlns:a16="http://schemas.microsoft.com/office/drawing/2014/main" id="{E7428F26-3225-BB82-C232-91E05B67EA8D}"/>
              </a:ext>
            </a:extLst>
          </p:cNvPr>
          <p:cNvSpPr>
            <a:spLocks noGrp="1"/>
          </p:cNvSpPr>
          <p:nvPr>
            <p:ph type="body" idx="1"/>
          </p:nvPr>
        </p:nvSpPr>
        <p:spPr/>
        <p:txBody>
          <a:bodyPr/>
          <a:lstStyle/>
          <a:p>
            <a:r>
              <a:rPr lang="en-US" dirty="0"/>
              <a:t>Ensuring the capacity is greater than or equal to the size of a collection prevents overflow</a:t>
            </a:r>
          </a:p>
          <a:p>
            <a:r>
              <a:rPr lang="en-US" dirty="0"/>
              <a:t>Test shows collection capacity is greater than or equal to the collection size after adding entries</a:t>
            </a:r>
          </a:p>
        </p:txBody>
      </p:sp>
      <p:pic>
        <p:nvPicPr>
          <p:cNvPr id="6" name="Picture 5">
            <a:extLst>
              <a:ext uri="{FF2B5EF4-FFF2-40B4-BE49-F238E27FC236}">
                <a16:creationId xmlns:a16="http://schemas.microsoft.com/office/drawing/2014/main" id="{C148E961-0D34-F24A-A1E7-98BF35E76C2E}"/>
              </a:ext>
            </a:extLst>
          </p:cNvPr>
          <p:cNvPicPr>
            <a:picLocks noChangeAspect="1"/>
          </p:cNvPicPr>
          <p:nvPr/>
        </p:nvPicPr>
        <p:blipFill>
          <a:blip r:embed="rId2"/>
          <a:stretch>
            <a:fillRect/>
          </a:stretch>
        </p:blipFill>
        <p:spPr>
          <a:xfrm>
            <a:off x="6172200" y="2194559"/>
            <a:ext cx="5334000" cy="2398643"/>
          </a:xfrm>
          <a:prstGeom prst="rect">
            <a:avLst/>
          </a:prstGeom>
        </p:spPr>
      </p:pic>
      <p:pic>
        <p:nvPicPr>
          <p:cNvPr id="8" name="Picture 7">
            <a:extLst>
              <a:ext uri="{FF2B5EF4-FFF2-40B4-BE49-F238E27FC236}">
                <a16:creationId xmlns:a16="http://schemas.microsoft.com/office/drawing/2014/main" id="{89C4440F-DFB4-26CF-5FED-315C992191D8}"/>
              </a:ext>
            </a:extLst>
          </p:cNvPr>
          <p:cNvPicPr>
            <a:picLocks noChangeAspect="1"/>
          </p:cNvPicPr>
          <p:nvPr/>
        </p:nvPicPr>
        <p:blipFill>
          <a:blip r:embed="rId3"/>
          <a:stretch>
            <a:fillRect/>
          </a:stretch>
        </p:blipFill>
        <p:spPr>
          <a:xfrm>
            <a:off x="6172200" y="4730360"/>
            <a:ext cx="5334000" cy="272022"/>
          </a:xfrm>
          <a:prstGeom prst="rect">
            <a:avLst/>
          </a:prstGeom>
        </p:spPr>
      </p:pic>
    </p:spTree>
    <p:extLst>
      <p:ext uri="{BB962C8B-B14F-4D97-AF65-F5344CB8AC3E}">
        <p14:creationId xmlns:p14="http://schemas.microsoft.com/office/powerpoint/2010/main" val="27537372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4A62-5F92-F6BD-DF1A-96E963C9CF59}"/>
              </a:ext>
            </a:extLst>
          </p:cNvPr>
          <p:cNvSpPr>
            <a:spLocks noGrp="1"/>
          </p:cNvSpPr>
          <p:nvPr>
            <p:ph type="title"/>
          </p:nvPr>
        </p:nvSpPr>
        <p:spPr/>
        <p:txBody>
          <a:bodyPr/>
          <a:lstStyle/>
          <a:p>
            <a:r>
              <a:rPr lang="en-US" dirty="0"/>
              <a:t>Verify Resize Increases Collection</a:t>
            </a:r>
          </a:p>
        </p:txBody>
      </p:sp>
      <p:sp>
        <p:nvSpPr>
          <p:cNvPr id="3" name="Text Placeholder 2">
            <a:extLst>
              <a:ext uri="{FF2B5EF4-FFF2-40B4-BE49-F238E27FC236}">
                <a16:creationId xmlns:a16="http://schemas.microsoft.com/office/drawing/2014/main" id="{270C354E-CF6A-1EAA-D05F-417DE9773B72}"/>
              </a:ext>
            </a:extLst>
          </p:cNvPr>
          <p:cNvSpPr>
            <a:spLocks noGrp="1"/>
          </p:cNvSpPr>
          <p:nvPr>
            <p:ph type="body" idx="1"/>
          </p:nvPr>
        </p:nvSpPr>
        <p:spPr/>
        <p:txBody>
          <a:bodyPr/>
          <a:lstStyle/>
          <a:p>
            <a:r>
              <a:rPr lang="en-US" dirty="0"/>
              <a:t>Collection resize must work accurately to ensure adequate memory is used</a:t>
            </a:r>
          </a:p>
          <a:p>
            <a:r>
              <a:rPr lang="en-US" dirty="0"/>
              <a:t>Test shows collection size is greater than previous size after resize</a:t>
            </a:r>
          </a:p>
        </p:txBody>
      </p:sp>
      <p:pic>
        <p:nvPicPr>
          <p:cNvPr id="6" name="Picture 5">
            <a:extLst>
              <a:ext uri="{FF2B5EF4-FFF2-40B4-BE49-F238E27FC236}">
                <a16:creationId xmlns:a16="http://schemas.microsoft.com/office/drawing/2014/main" id="{77DC17EB-40A8-6D45-7632-820FF867211E}"/>
              </a:ext>
            </a:extLst>
          </p:cNvPr>
          <p:cNvPicPr>
            <a:picLocks noChangeAspect="1"/>
          </p:cNvPicPr>
          <p:nvPr/>
        </p:nvPicPr>
        <p:blipFill>
          <a:blip r:embed="rId2"/>
          <a:stretch>
            <a:fillRect/>
          </a:stretch>
        </p:blipFill>
        <p:spPr>
          <a:xfrm>
            <a:off x="6172200" y="2194559"/>
            <a:ext cx="5334000" cy="1921338"/>
          </a:xfrm>
          <a:prstGeom prst="rect">
            <a:avLst/>
          </a:prstGeom>
        </p:spPr>
      </p:pic>
      <p:pic>
        <p:nvPicPr>
          <p:cNvPr id="8" name="Picture 7">
            <a:extLst>
              <a:ext uri="{FF2B5EF4-FFF2-40B4-BE49-F238E27FC236}">
                <a16:creationId xmlns:a16="http://schemas.microsoft.com/office/drawing/2014/main" id="{DDC26516-65F7-5BA6-2345-9CD5309E0E39}"/>
              </a:ext>
            </a:extLst>
          </p:cNvPr>
          <p:cNvPicPr>
            <a:picLocks noChangeAspect="1"/>
          </p:cNvPicPr>
          <p:nvPr/>
        </p:nvPicPr>
        <p:blipFill>
          <a:blip r:embed="rId3"/>
          <a:stretch>
            <a:fillRect/>
          </a:stretch>
        </p:blipFill>
        <p:spPr>
          <a:xfrm>
            <a:off x="6172200" y="4253055"/>
            <a:ext cx="5334000" cy="282027"/>
          </a:xfrm>
          <a:prstGeom prst="rect">
            <a:avLst/>
          </a:prstGeom>
        </p:spPr>
      </p:pic>
    </p:spTree>
    <p:extLst>
      <p:ext uri="{BB962C8B-B14F-4D97-AF65-F5344CB8AC3E}">
        <p14:creationId xmlns:p14="http://schemas.microsoft.com/office/powerpoint/2010/main" val="29499400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AD223-D2B9-B4A7-E43B-9A612E2DC9C3}"/>
              </a:ext>
            </a:extLst>
          </p:cNvPr>
          <p:cNvSpPr>
            <a:spLocks noGrp="1"/>
          </p:cNvSpPr>
          <p:nvPr>
            <p:ph type="title"/>
          </p:nvPr>
        </p:nvSpPr>
        <p:spPr/>
        <p:txBody>
          <a:bodyPr/>
          <a:lstStyle/>
          <a:p>
            <a:r>
              <a:rPr lang="en-US" dirty="0"/>
              <a:t>Verify Resize Decreases Collection</a:t>
            </a:r>
          </a:p>
        </p:txBody>
      </p:sp>
      <p:sp>
        <p:nvSpPr>
          <p:cNvPr id="3" name="Text Placeholder 2">
            <a:extLst>
              <a:ext uri="{FF2B5EF4-FFF2-40B4-BE49-F238E27FC236}">
                <a16:creationId xmlns:a16="http://schemas.microsoft.com/office/drawing/2014/main" id="{61F49BAA-5BEC-36DD-38BC-CEF1AB7602D7}"/>
              </a:ext>
            </a:extLst>
          </p:cNvPr>
          <p:cNvSpPr>
            <a:spLocks noGrp="1"/>
          </p:cNvSpPr>
          <p:nvPr>
            <p:ph type="body" idx="1"/>
          </p:nvPr>
        </p:nvSpPr>
        <p:spPr/>
        <p:txBody>
          <a:bodyPr/>
          <a:lstStyle/>
          <a:p>
            <a:endParaRPr lang="en-US" dirty="0"/>
          </a:p>
          <a:p>
            <a:r>
              <a:rPr lang="en-US" dirty="0"/>
              <a:t>Test shows collection size is less than the previous size after resize </a:t>
            </a:r>
          </a:p>
        </p:txBody>
      </p:sp>
      <p:pic>
        <p:nvPicPr>
          <p:cNvPr id="6" name="Picture 5">
            <a:extLst>
              <a:ext uri="{FF2B5EF4-FFF2-40B4-BE49-F238E27FC236}">
                <a16:creationId xmlns:a16="http://schemas.microsoft.com/office/drawing/2014/main" id="{50A5A409-80C4-DDFD-2808-6863083E1035}"/>
              </a:ext>
            </a:extLst>
          </p:cNvPr>
          <p:cNvPicPr>
            <a:picLocks noChangeAspect="1"/>
          </p:cNvPicPr>
          <p:nvPr/>
        </p:nvPicPr>
        <p:blipFill>
          <a:blip r:embed="rId2"/>
          <a:stretch>
            <a:fillRect/>
          </a:stretch>
        </p:blipFill>
        <p:spPr>
          <a:xfrm>
            <a:off x="6172201" y="2214118"/>
            <a:ext cx="5333999" cy="1704257"/>
          </a:xfrm>
          <a:prstGeom prst="rect">
            <a:avLst/>
          </a:prstGeom>
        </p:spPr>
      </p:pic>
      <p:pic>
        <p:nvPicPr>
          <p:cNvPr id="8" name="Picture 7">
            <a:extLst>
              <a:ext uri="{FF2B5EF4-FFF2-40B4-BE49-F238E27FC236}">
                <a16:creationId xmlns:a16="http://schemas.microsoft.com/office/drawing/2014/main" id="{F6F508EA-E937-2593-848C-915AC03499A4}"/>
              </a:ext>
            </a:extLst>
          </p:cNvPr>
          <p:cNvPicPr>
            <a:picLocks noChangeAspect="1"/>
          </p:cNvPicPr>
          <p:nvPr/>
        </p:nvPicPr>
        <p:blipFill>
          <a:blip r:embed="rId3"/>
          <a:stretch>
            <a:fillRect/>
          </a:stretch>
        </p:blipFill>
        <p:spPr>
          <a:xfrm>
            <a:off x="6172200" y="4055533"/>
            <a:ext cx="5334000" cy="324453"/>
          </a:xfrm>
          <a:prstGeom prst="rect">
            <a:avLst/>
          </a:prstGeom>
        </p:spPr>
      </p:pic>
    </p:spTree>
    <p:extLst>
      <p:ext uri="{BB962C8B-B14F-4D97-AF65-F5344CB8AC3E}">
        <p14:creationId xmlns:p14="http://schemas.microsoft.com/office/powerpoint/2010/main" val="3306808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20559-D09F-9DDA-8D42-02081A108FF2}"/>
              </a:ext>
            </a:extLst>
          </p:cNvPr>
          <p:cNvSpPr>
            <a:spLocks noGrp="1"/>
          </p:cNvSpPr>
          <p:nvPr>
            <p:ph type="title"/>
          </p:nvPr>
        </p:nvSpPr>
        <p:spPr>
          <a:xfrm>
            <a:off x="1828800" y="764373"/>
            <a:ext cx="9677400" cy="1293028"/>
          </a:xfrm>
        </p:spPr>
        <p:txBody>
          <a:bodyPr>
            <a:normAutofit fontScale="90000"/>
          </a:bodyPr>
          <a:lstStyle/>
          <a:p>
            <a:r>
              <a:rPr lang="en-US" dirty="0"/>
              <a:t>Verify Resize Decreases Collection To Zero</a:t>
            </a:r>
            <a:br>
              <a:rPr lang="en-US" dirty="0"/>
            </a:br>
            <a:endParaRPr lang="en-US" dirty="0"/>
          </a:p>
        </p:txBody>
      </p:sp>
      <p:sp>
        <p:nvSpPr>
          <p:cNvPr id="3" name="Text Placeholder 2">
            <a:extLst>
              <a:ext uri="{FF2B5EF4-FFF2-40B4-BE49-F238E27FC236}">
                <a16:creationId xmlns:a16="http://schemas.microsoft.com/office/drawing/2014/main" id="{637F745E-9767-6304-41E4-65BE1D5E5076}"/>
              </a:ext>
            </a:extLst>
          </p:cNvPr>
          <p:cNvSpPr>
            <a:spLocks noGrp="1"/>
          </p:cNvSpPr>
          <p:nvPr>
            <p:ph type="body" idx="1"/>
          </p:nvPr>
        </p:nvSpPr>
        <p:spPr/>
        <p:txBody>
          <a:bodyPr/>
          <a:lstStyle/>
          <a:p>
            <a:r>
              <a:rPr lang="en-US" dirty="0"/>
              <a:t>Test shows collection size is equal to zero after resize</a:t>
            </a:r>
          </a:p>
          <a:p>
            <a:r>
              <a:rPr lang="en-US" dirty="0"/>
              <a:t>This is an example of an edge case</a:t>
            </a:r>
          </a:p>
          <a:p>
            <a:endParaRPr lang="en-US" dirty="0"/>
          </a:p>
        </p:txBody>
      </p:sp>
      <p:pic>
        <p:nvPicPr>
          <p:cNvPr id="6" name="Picture 5">
            <a:extLst>
              <a:ext uri="{FF2B5EF4-FFF2-40B4-BE49-F238E27FC236}">
                <a16:creationId xmlns:a16="http://schemas.microsoft.com/office/drawing/2014/main" id="{71A0F185-B948-ADD8-CE7C-E9A2FABA5402}"/>
              </a:ext>
            </a:extLst>
          </p:cNvPr>
          <p:cNvPicPr>
            <a:picLocks noChangeAspect="1"/>
          </p:cNvPicPr>
          <p:nvPr/>
        </p:nvPicPr>
        <p:blipFill>
          <a:blip r:embed="rId2"/>
          <a:stretch>
            <a:fillRect/>
          </a:stretch>
        </p:blipFill>
        <p:spPr>
          <a:xfrm>
            <a:off x="6172200" y="2194559"/>
            <a:ext cx="5334000" cy="1512131"/>
          </a:xfrm>
          <a:prstGeom prst="rect">
            <a:avLst/>
          </a:prstGeom>
        </p:spPr>
      </p:pic>
      <p:pic>
        <p:nvPicPr>
          <p:cNvPr id="8" name="Picture 7">
            <a:extLst>
              <a:ext uri="{FF2B5EF4-FFF2-40B4-BE49-F238E27FC236}">
                <a16:creationId xmlns:a16="http://schemas.microsoft.com/office/drawing/2014/main" id="{9F3585F6-CF95-476E-4821-3AC6BC154BDC}"/>
              </a:ext>
            </a:extLst>
          </p:cNvPr>
          <p:cNvPicPr>
            <a:picLocks noChangeAspect="1"/>
          </p:cNvPicPr>
          <p:nvPr/>
        </p:nvPicPr>
        <p:blipFill>
          <a:blip r:embed="rId3"/>
          <a:stretch>
            <a:fillRect/>
          </a:stretch>
        </p:blipFill>
        <p:spPr>
          <a:xfrm>
            <a:off x="6172200" y="3843848"/>
            <a:ext cx="5334000" cy="282955"/>
          </a:xfrm>
          <a:prstGeom prst="rect">
            <a:avLst/>
          </a:prstGeom>
        </p:spPr>
      </p:pic>
    </p:spTree>
    <p:extLst>
      <p:ext uri="{BB962C8B-B14F-4D97-AF65-F5344CB8AC3E}">
        <p14:creationId xmlns:p14="http://schemas.microsoft.com/office/powerpoint/2010/main" val="16801557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98AA0-7E9B-0F65-B431-E10B6E1626F2}"/>
              </a:ext>
            </a:extLst>
          </p:cNvPr>
          <p:cNvSpPr>
            <a:spLocks noGrp="1"/>
          </p:cNvSpPr>
          <p:nvPr>
            <p:ph type="title"/>
          </p:nvPr>
        </p:nvSpPr>
        <p:spPr/>
        <p:txBody>
          <a:bodyPr/>
          <a:lstStyle/>
          <a:p>
            <a:r>
              <a:rPr lang="en-US" dirty="0"/>
              <a:t>Verify Clear Erases Collection</a:t>
            </a:r>
            <a:br>
              <a:rPr lang="en-US" dirty="0"/>
            </a:br>
            <a:endParaRPr lang="en-US" dirty="0"/>
          </a:p>
        </p:txBody>
      </p:sp>
      <p:sp>
        <p:nvSpPr>
          <p:cNvPr id="3" name="Text Placeholder 2">
            <a:extLst>
              <a:ext uri="{FF2B5EF4-FFF2-40B4-BE49-F238E27FC236}">
                <a16:creationId xmlns:a16="http://schemas.microsoft.com/office/drawing/2014/main" id="{5890344A-33E1-775D-4479-0DC0C0A9CDBB}"/>
              </a:ext>
            </a:extLst>
          </p:cNvPr>
          <p:cNvSpPr>
            <a:spLocks noGrp="1"/>
          </p:cNvSpPr>
          <p:nvPr>
            <p:ph type="body" idx="1"/>
          </p:nvPr>
        </p:nvSpPr>
        <p:spPr/>
        <p:txBody>
          <a:bodyPr/>
          <a:lstStyle/>
          <a:p>
            <a:r>
              <a:rPr lang="en-US" dirty="0"/>
              <a:t>Collections must be cleared of all data.</a:t>
            </a:r>
          </a:p>
          <a:p>
            <a:r>
              <a:rPr lang="en-US" dirty="0"/>
              <a:t>Test shows collection is empty and size is zero after clear</a:t>
            </a:r>
          </a:p>
        </p:txBody>
      </p:sp>
      <p:pic>
        <p:nvPicPr>
          <p:cNvPr id="6" name="Picture 5">
            <a:extLst>
              <a:ext uri="{FF2B5EF4-FFF2-40B4-BE49-F238E27FC236}">
                <a16:creationId xmlns:a16="http://schemas.microsoft.com/office/drawing/2014/main" id="{30EFEAFB-567B-0079-CA4B-D36F5C50FB66}"/>
              </a:ext>
            </a:extLst>
          </p:cNvPr>
          <p:cNvPicPr>
            <a:picLocks noChangeAspect="1"/>
          </p:cNvPicPr>
          <p:nvPr/>
        </p:nvPicPr>
        <p:blipFill>
          <a:blip r:embed="rId2"/>
          <a:stretch>
            <a:fillRect/>
          </a:stretch>
        </p:blipFill>
        <p:spPr>
          <a:xfrm>
            <a:off x="6172200" y="2194559"/>
            <a:ext cx="5334000" cy="2106931"/>
          </a:xfrm>
          <a:prstGeom prst="rect">
            <a:avLst/>
          </a:prstGeom>
        </p:spPr>
      </p:pic>
      <p:pic>
        <p:nvPicPr>
          <p:cNvPr id="10" name="Picture 9">
            <a:extLst>
              <a:ext uri="{FF2B5EF4-FFF2-40B4-BE49-F238E27FC236}">
                <a16:creationId xmlns:a16="http://schemas.microsoft.com/office/drawing/2014/main" id="{6AE75C5B-E1D0-17AE-4875-F50F8D5AE439}"/>
              </a:ext>
            </a:extLst>
          </p:cNvPr>
          <p:cNvPicPr>
            <a:picLocks noChangeAspect="1"/>
          </p:cNvPicPr>
          <p:nvPr/>
        </p:nvPicPr>
        <p:blipFill>
          <a:blip r:embed="rId3"/>
          <a:stretch>
            <a:fillRect/>
          </a:stretch>
        </p:blipFill>
        <p:spPr>
          <a:xfrm>
            <a:off x="6172200" y="4438648"/>
            <a:ext cx="5334000" cy="333810"/>
          </a:xfrm>
          <a:prstGeom prst="rect">
            <a:avLst/>
          </a:prstGeom>
        </p:spPr>
      </p:pic>
    </p:spTree>
    <p:extLst>
      <p:ext uri="{BB962C8B-B14F-4D97-AF65-F5344CB8AC3E}">
        <p14:creationId xmlns:p14="http://schemas.microsoft.com/office/powerpoint/2010/main" val="37956893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26450-13F7-E016-5F1C-9A9789BD2290}"/>
              </a:ext>
            </a:extLst>
          </p:cNvPr>
          <p:cNvSpPr>
            <a:spLocks noGrp="1"/>
          </p:cNvSpPr>
          <p:nvPr>
            <p:ph type="title"/>
          </p:nvPr>
        </p:nvSpPr>
        <p:spPr/>
        <p:txBody>
          <a:bodyPr/>
          <a:lstStyle/>
          <a:p>
            <a:r>
              <a:rPr lang="en-US" dirty="0"/>
              <a:t>Verify Erase Erases Collection</a:t>
            </a:r>
            <a:br>
              <a:rPr lang="en-US" dirty="0"/>
            </a:br>
            <a:endParaRPr lang="en-US" dirty="0"/>
          </a:p>
        </p:txBody>
      </p:sp>
      <p:sp>
        <p:nvSpPr>
          <p:cNvPr id="3" name="Text Placeholder 2">
            <a:extLst>
              <a:ext uri="{FF2B5EF4-FFF2-40B4-BE49-F238E27FC236}">
                <a16:creationId xmlns:a16="http://schemas.microsoft.com/office/drawing/2014/main" id="{5417D91F-C808-A9D5-6623-E768DBBD43EE}"/>
              </a:ext>
            </a:extLst>
          </p:cNvPr>
          <p:cNvSpPr>
            <a:spLocks noGrp="1"/>
          </p:cNvSpPr>
          <p:nvPr>
            <p:ph type="body" idx="1"/>
          </p:nvPr>
        </p:nvSpPr>
        <p:spPr/>
        <p:txBody>
          <a:bodyPr/>
          <a:lstStyle/>
          <a:p>
            <a:r>
              <a:rPr lang="en-US" dirty="0"/>
              <a:t>Collections must be erased in entirety to protect data that is no longer needed by the system</a:t>
            </a:r>
          </a:p>
          <a:p>
            <a:r>
              <a:rPr lang="en-US" dirty="0"/>
              <a:t>Test shows collection is empty and size zero after erase is called</a:t>
            </a:r>
          </a:p>
        </p:txBody>
      </p:sp>
      <p:pic>
        <p:nvPicPr>
          <p:cNvPr id="6" name="Picture 5">
            <a:extLst>
              <a:ext uri="{FF2B5EF4-FFF2-40B4-BE49-F238E27FC236}">
                <a16:creationId xmlns:a16="http://schemas.microsoft.com/office/drawing/2014/main" id="{DE06826B-FCA1-2741-A80C-D3AA479BB643}"/>
              </a:ext>
            </a:extLst>
          </p:cNvPr>
          <p:cNvPicPr>
            <a:picLocks noChangeAspect="1"/>
          </p:cNvPicPr>
          <p:nvPr/>
        </p:nvPicPr>
        <p:blipFill>
          <a:blip r:embed="rId2"/>
          <a:stretch>
            <a:fillRect/>
          </a:stretch>
        </p:blipFill>
        <p:spPr>
          <a:xfrm>
            <a:off x="6172200" y="2194559"/>
            <a:ext cx="5334000" cy="1625259"/>
          </a:xfrm>
          <a:prstGeom prst="rect">
            <a:avLst/>
          </a:prstGeom>
        </p:spPr>
      </p:pic>
      <p:pic>
        <p:nvPicPr>
          <p:cNvPr id="8" name="Picture 7">
            <a:extLst>
              <a:ext uri="{FF2B5EF4-FFF2-40B4-BE49-F238E27FC236}">
                <a16:creationId xmlns:a16="http://schemas.microsoft.com/office/drawing/2014/main" id="{BADC10CD-F879-D0DD-D0B2-F8B8828A0E57}"/>
              </a:ext>
            </a:extLst>
          </p:cNvPr>
          <p:cNvPicPr>
            <a:picLocks noChangeAspect="1"/>
          </p:cNvPicPr>
          <p:nvPr/>
        </p:nvPicPr>
        <p:blipFill>
          <a:blip r:embed="rId3"/>
          <a:srcRect l="-1" t="46952" r="-305"/>
          <a:stretch>
            <a:fillRect/>
          </a:stretch>
        </p:blipFill>
        <p:spPr>
          <a:xfrm>
            <a:off x="6172200" y="3956976"/>
            <a:ext cx="5334000" cy="321593"/>
          </a:xfrm>
          <a:prstGeom prst="rect">
            <a:avLst/>
          </a:prstGeom>
        </p:spPr>
      </p:pic>
    </p:spTree>
    <p:extLst>
      <p:ext uri="{BB962C8B-B14F-4D97-AF65-F5344CB8AC3E}">
        <p14:creationId xmlns:p14="http://schemas.microsoft.com/office/powerpoint/2010/main" val="5402618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755EC-90A1-E548-6B37-5E35CDC041C4}"/>
              </a:ext>
            </a:extLst>
          </p:cNvPr>
          <p:cNvSpPr>
            <a:spLocks noGrp="1"/>
          </p:cNvSpPr>
          <p:nvPr>
            <p:ph type="title"/>
          </p:nvPr>
        </p:nvSpPr>
        <p:spPr>
          <a:xfrm>
            <a:off x="1572768" y="764373"/>
            <a:ext cx="9933432" cy="1293028"/>
          </a:xfrm>
        </p:spPr>
        <p:txBody>
          <a:bodyPr>
            <a:normAutofit fontScale="90000"/>
          </a:bodyPr>
          <a:lstStyle/>
          <a:p>
            <a:r>
              <a:rPr lang="en-US" dirty="0"/>
              <a:t>Verify Reserve Increases Capacity Not Size</a:t>
            </a:r>
            <a:br>
              <a:rPr lang="en-US" dirty="0"/>
            </a:br>
            <a:endParaRPr lang="en-US" dirty="0"/>
          </a:p>
        </p:txBody>
      </p:sp>
      <p:sp>
        <p:nvSpPr>
          <p:cNvPr id="3" name="Text Placeholder 2">
            <a:extLst>
              <a:ext uri="{FF2B5EF4-FFF2-40B4-BE49-F238E27FC236}">
                <a16:creationId xmlns:a16="http://schemas.microsoft.com/office/drawing/2014/main" id="{59AE201A-4B40-5C72-829F-36906C606E97}"/>
              </a:ext>
            </a:extLst>
          </p:cNvPr>
          <p:cNvSpPr>
            <a:spLocks noGrp="1"/>
          </p:cNvSpPr>
          <p:nvPr>
            <p:ph type="body" idx="1"/>
          </p:nvPr>
        </p:nvSpPr>
        <p:spPr/>
        <p:txBody>
          <a:bodyPr/>
          <a:lstStyle/>
          <a:p>
            <a:r>
              <a:rPr lang="en-US" dirty="0"/>
              <a:t>Reserve saves memory in anticipation of collection size, ensuring adequate memory is allocated.</a:t>
            </a:r>
          </a:p>
          <a:p>
            <a:r>
              <a:rPr lang="en-US" dirty="0"/>
              <a:t>Allocating memory should not increase collection size</a:t>
            </a:r>
          </a:p>
          <a:p>
            <a:r>
              <a:rPr lang="en-US" dirty="0"/>
              <a:t>Test shows size is equal to previous size</a:t>
            </a:r>
          </a:p>
          <a:p>
            <a:r>
              <a:rPr lang="en-US" dirty="0"/>
              <a:t>Test shows capacity is greater than previous capacity</a:t>
            </a:r>
          </a:p>
        </p:txBody>
      </p:sp>
      <p:sp>
        <p:nvSpPr>
          <p:cNvPr id="4" name="Text Placeholder 3">
            <a:extLst>
              <a:ext uri="{FF2B5EF4-FFF2-40B4-BE49-F238E27FC236}">
                <a16:creationId xmlns:a16="http://schemas.microsoft.com/office/drawing/2014/main" id="{0415A164-FCF6-2A34-19AA-96713D62C856}"/>
              </a:ext>
            </a:extLst>
          </p:cNvPr>
          <p:cNvSpPr>
            <a:spLocks noGrp="1"/>
          </p:cNvSpPr>
          <p:nvPr>
            <p:ph type="body" idx="2"/>
          </p:nvPr>
        </p:nvSpPr>
        <p:spPr/>
        <p:txBody>
          <a:bodyPr/>
          <a:lstStyle/>
          <a:p>
            <a:endParaRPr lang="en-US" dirty="0"/>
          </a:p>
        </p:txBody>
      </p:sp>
      <p:pic>
        <p:nvPicPr>
          <p:cNvPr id="6" name="Picture 5">
            <a:extLst>
              <a:ext uri="{FF2B5EF4-FFF2-40B4-BE49-F238E27FC236}">
                <a16:creationId xmlns:a16="http://schemas.microsoft.com/office/drawing/2014/main" id="{01C7CCE8-ED6B-573D-B53D-F929F0475A38}"/>
              </a:ext>
            </a:extLst>
          </p:cNvPr>
          <p:cNvPicPr>
            <a:picLocks noChangeAspect="1"/>
          </p:cNvPicPr>
          <p:nvPr/>
        </p:nvPicPr>
        <p:blipFill>
          <a:blip r:embed="rId2"/>
          <a:stretch>
            <a:fillRect/>
          </a:stretch>
        </p:blipFill>
        <p:spPr>
          <a:xfrm>
            <a:off x="6172200" y="2194559"/>
            <a:ext cx="5334001" cy="1758172"/>
          </a:xfrm>
          <a:prstGeom prst="rect">
            <a:avLst/>
          </a:prstGeom>
        </p:spPr>
      </p:pic>
      <p:pic>
        <p:nvPicPr>
          <p:cNvPr id="8" name="Picture 7">
            <a:extLst>
              <a:ext uri="{FF2B5EF4-FFF2-40B4-BE49-F238E27FC236}">
                <a16:creationId xmlns:a16="http://schemas.microsoft.com/office/drawing/2014/main" id="{4E20FF5E-FD1F-507B-0F93-141E20A62ACC}"/>
              </a:ext>
            </a:extLst>
          </p:cNvPr>
          <p:cNvPicPr>
            <a:picLocks noChangeAspect="1"/>
          </p:cNvPicPr>
          <p:nvPr/>
        </p:nvPicPr>
        <p:blipFill>
          <a:blip r:embed="rId3"/>
          <a:stretch>
            <a:fillRect/>
          </a:stretch>
        </p:blipFill>
        <p:spPr>
          <a:xfrm>
            <a:off x="6172199" y="4089889"/>
            <a:ext cx="5334000" cy="286710"/>
          </a:xfrm>
          <a:prstGeom prst="rect">
            <a:avLst/>
          </a:prstGeom>
        </p:spPr>
      </p:pic>
    </p:spTree>
    <p:extLst>
      <p:ext uri="{BB962C8B-B14F-4D97-AF65-F5344CB8AC3E}">
        <p14:creationId xmlns:p14="http://schemas.microsoft.com/office/powerpoint/2010/main" val="12977988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22E3E-A0F9-E27A-EE20-1D680CDEFB0B}"/>
              </a:ext>
            </a:extLst>
          </p:cNvPr>
          <p:cNvSpPr>
            <a:spLocks noGrp="1"/>
          </p:cNvSpPr>
          <p:nvPr>
            <p:ph type="title"/>
          </p:nvPr>
        </p:nvSpPr>
        <p:spPr/>
        <p:txBody>
          <a:bodyPr/>
          <a:lstStyle/>
          <a:p>
            <a:r>
              <a:rPr lang="en-US" dirty="0"/>
              <a:t>Verify Index Out Of Range</a:t>
            </a:r>
            <a:br>
              <a:rPr lang="en-US" dirty="0"/>
            </a:br>
            <a:endParaRPr lang="en-US" dirty="0"/>
          </a:p>
        </p:txBody>
      </p:sp>
      <p:sp>
        <p:nvSpPr>
          <p:cNvPr id="3" name="Text Placeholder 2">
            <a:extLst>
              <a:ext uri="{FF2B5EF4-FFF2-40B4-BE49-F238E27FC236}">
                <a16:creationId xmlns:a16="http://schemas.microsoft.com/office/drawing/2014/main" id="{9179F5A4-F1A3-3F1B-8B31-CB47C2447F0B}"/>
              </a:ext>
            </a:extLst>
          </p:cNvPr>
          <p:cNvSpPr>
            <a:spLocks noGrp="1"/>
          </p:cNvSpPr>
          <p:nvPr>
            <p:ph type="body" idx="1"/>
          </p:nvPr>
        </p:nvSpPr>
        <p:spPr/>
        <p:txBody>
          <a:bodyPr/>
          <a:lstStyle/>
          <a:p>
            <a:r>
              <a:rPr lang="en-US" dirty="0"/>
              <a:t>This is an example of a negative test</a:t>
            </a:r>
          </a:p>
          <a:p>
            <a:r>
              <a:rPr lang="en-US" dirty="0"/>
              <a:t>Attempts to access entries out of range should be rejected</a:t>
            </a:r>
          </a:p>
          <a:p>
            <a:r>
              <a:rPr lang="en-US" dirty="0"/>
              <a:t>Test shows attempt to access out of range index successfully throws and out-of-range exception.</a:t>
            </a:r>
          </a:p>
        </p:txBody>
      </p:sp>
      <p:pic>
        <p:nvPicPr>
          <p:cNvPr id="6" name="Picture 5">
            <a:extLst>
              <a:ext uri="{FF2B5EF4-FFF2-40B4-BE49-F238E27FC236}">
                <a16:creationId xmlns:a16="http://schemas.microsoft.com/office/drawing/2014/main" id="{D8CB4731-CBF5-6375-E228-F728C9506999}"/>
              </a:ext>
            </a:extLst>
          </p:cNvPr>
          <p:cNvPicPr>
            <a:picLocks noChangeAspect="1"/>
          </p:cNvPicPr>
          <p:nvPr/>
        </p:nvPicPr>
        <p:blipFill>
          <a:blip r:embed="rId2"/>
          <a:stretch>
            <a:fillRect/>
          </a:stretch>
        </p:blipFill>
        <p:spPr>
          <a:xfrm>
            <a:off x="6172200" y="2194559"/>
            <a:ext cx="5334000" cy="950773"/>
          </a:xfrm>
          <a:prstGeom prst="rect">
            <a:avLst/>
          </a:prstGeom>
        </p:spPr>
      </p:pic>
      <p:pic>
        <p:nvPicPr>
          <p:cNvPr id="8" name="Picture 7">
            <a:extLst>
              <a:ext uri="{FF2B5EF4-FFF2-40B4-BE49-F238E27FC236}">
                <a16:creationId xmlns:a16="http://schemas.microsoft.com/office/drawing/2014/main" id="{34A5B37E-3B3E-0EF7-8F12-87088409B0D4}"/>
              </a:ext>
            </a:extLst>
          </p:cNvPr>
          <p:cNvPicPr>
            <a:picLocks noChangeAspect="1"/>
          </p:cNvPicPr>
          <p:nvPr/>
        </p:nvPicPr>
        <p:blipFill>
          <a:blip r:embed="rId3"/>
          <a:stretch>
            <a:fillRect/>
          </a:stretch>
        </p:blipFill>
        <p:spPr>
          <a:xfrm>
            <a:off x="6172200" y="3282490"/>
            <a:ext cx="5334000" cy="355600"/>
          </a:xfrm>
          <a:prstGeom prst="rect">
            <a:avLst/>
          </a:prstGeom>
        </p:spPr>
      </p:pic>
    </p:spTree>
    <p:extLst>
      <p:ext uri="{BB962C8B-B14F-4D97-AF65-F5344CB8AC3E}">
        <p14:creationId xmlns:p14="http://schemas.microsoft.com/office/powerpoint/2010/main" val="24625806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9BD4-7CCD-E0C1-418A-BAA37A8B2A66}"/>
              </a:ext>
            </a:extLst>
          </p:cNvPr>
          <p:cNvSpPr>
            <a:spLocks noGrp="1"/>
          </p:cNvSpPr>
          <p:nvPr>
            <p:ph type="title"/>
          </p:nvPr>
        </p:nvSpPr>
        <p:spPr/>
        <p:txBody>
          <a:bodyPr/>
          <a:lstStyle/>
          <a:p>
            <a:r>
              <a:rPr lang="en-US" dirty="0"/>
              <a:t>Verify Value Swap</a:t>
            </a:r>
            <a:br>
              <a:rPr lang="en-US" dirty="0"/>
            </a:br>
            <a:endParaRPr lang="en-US" dirty="0"/>
          </a:p>
        </p:txBody>
      </p:sp>
      <p:sp>
        <p:nvSpPr>
          <p:cNvPr id="3" name="Text Placeholder 2">
            <a:extLst>
              <a:ext uri="{FF2B5EF4-FFF2-40B4-BE49-F238E27FC236}">
                <a16:creationId xmlns:a16="http://schemas.microsoft.com/office/drawing/2014/main" id="{FB8A55AD-E317-4DC6-B782-DE45BB053E14}"/>
              </a:ext>
            </a:extLst>
          </p:cNvPr>
          <p:cNvSpPr>
            <a:spLocks noGrp="1"/>
          </p:cNvSpPr>
          <p:nvPr>
            <p:ph type="body" idx="1"/>
          </p:nvPr>
        </p:nvSpPr>
        <p:spPr/>
        <p:txBody>
          <a:bodyPr>
            <a:normAutofit lnSpcReduction="10000"/>
          </a:bodyPr>
          <a:lstStyle/>
          <a:p>
            <a:r>
              <a:rPr lang="en-US" dirty="0"/>
              <a:t>Data in collections should be able to be swapped to a new collection. </a:t>
            </a:r>
          </a:p>
          <a:p>
            <a:r>
              <a:rPr lang="en-US" dirty="0"/>
              <a:t>Test adds ten entries to existing collection.</a:t>
            </a:r>
          </a:p>
          <a:p>
            <a:r>
              <a:rPr lang="en-US" dirty="0"/>
              <a:t>Test creates a </a:t>
            </a:r>
            <a:r>
              <a:rPr lang="en-US" dirty="0" err="1"/>
              <a:t>newCollection</a:t>
            </a:r>
            <a:r>
              <a:rPr lang="en-US" dirty="0"/>
              <a:t> with five entries initialized with value 100</a:t>
            </a:r>
          </a:p>
          <a:p>
            <a:r>
              <a:rPr lang="en-US" dirty="0"/>
              <a:t>Test shows collection size is equal to ten, swaps collection with </a:t>
            </a:r>
            <a:r>
              <a:rPr lang="en-US" dirty="0" err="1"/>
              <a:t>newCollection</a:t>
            </a:r>
            <a:r>
              <a:rPr lang="en-US" dirty="0"/>
              <a:t>, then shows collection size is equal to five.</a:t>
            </a:r>
          </a:p>
        </p:txBody>
      </p:sp>
      <p:sp>
        <p:nvSpPr>
          <p:cNvPr id="4" name="Text Placeholder 3">
            <a:extLst>
              <a:ext uri="{FF2B5EF4-FFF2-40B4-BE49-F238E27FC236}">
                <a16:creationId xmlns:a16="http://schemas.microsoft.com/office/drawing/2014/main" id="{3A561C22-DDA3-4A9F-5214-567F6A7C3978}"/>
              </a:ext>
            </a:extLst>
          </p:cNvPr>
          <p:cNvSpPr>
            <a:spLocks noGrp="1"/>
          </p:cNvSpPr>
          <p:nvPr>
            <p:ph type="body" idx="2"/>
          </p:nvPr>
        </p:nvSpPr>
        <p:spPr/>
        <p:txBody>
          <a:bodyPr/>
          <a:lstStyle/>
          <a:p>
            <a:endParaRPr lang="en-US" dirty="0"/>
          </a:p>
        </p:txBody>
      </p:sp>
      <p:pic>
        <p:nvPicPr>
          <p:cNvPr id="6" name="Picture 5">
            <a:extLst>
              <a:ext uri="{FF2B5EF4-FFF2-40B4-BE49-F238E27FC236}">
                <a16:creationId xmlns:a16="http://schemas.microsoft.com/office/drawing/2014/main" id="{BFFBE261-80F6-75D2-AA8A-DED9591CEF4E}"/>
              </a:ext>
            </a:extLst>
          </p:cNvPr>
          <p:cNvPicPr>
            <a:picLocks noChangeAspect="1"/>
          </p:cNvPicPr>
          <p:nvPr/>
        </p:nvPicPr>
        <p:blipFill>
          <a:blip r:embed="rId2"/>
          <a:stretch>
            <a:fillRect/>
          </a:stretch>
        </p:blipFill>
        <p:spPr>
          <a:xfrm>
            <a:off x="6172200" y="2194559"/>
            <a:ext cx="5334000" cy="1449754"/>
          </a:xfrm>
          <a:prstGeom prst="rect">
            <a:avLst/>
          </a:prstGeom>
        </p:spPr>
      </p:pic>
      <p:pic>
        <p:nvPicPr>
          <p:cNvPr id="8" name="Picture 7">
            <a:extLst>
              <a:ext uri="{FF2B5EF4-FFF2-40B4-BE49-F238E27FC236}">
                <a16:creationId xmlns:a16="http://schemas.microsoft.com/office/drawing/2014/main" id="{961A288F-43CF-65DA-E7BE-53860C9AD311}"/>
              </a:ext>
            </a:extLst>
          </p:cNvPr>
          <p:cNvPicPr>
            <a:picLocks noChangeAspect="1"/>
          </p:cNvPicPr>
          <p:nvPr/>
        </p:nvPicPr>
        <p:blipFill>
          <a:blip r:embed="rId3"/>
          <a:stretch>
            <a:fillRect/>
          </a:stretch>
        </p:blipFill>
        <p:spPr>
          <a:xfrm>
            <a:off x="6172200" y="3781471"/>
            <a:ext cx="5334000" cy="387477"/>
          </a:xfrm>
          <a:prstGeom prst="rect">
            <a:avLst/>
          </a:prstGeom>
        </p:spPr>
      </p:pic>
    </p:spTree>
    <p:extLst>
      <p:ext uri="{BB962C8B-B14F-4D97-AF65-F5344CB8AC3E}">
        <p14:creationId xmlns:p14="http://schemas.microsoft.com/office/powerpoint/2010/main" val="1939790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67401-8B92-FF48-20E9-53813DA57A2E}"/>
              </a:ext>
            </a:extLst>
          </p:cNvPr>
          <p:cNvSpPr>
            <a:spLocks noGrp="1"/>
          </p:cNvSpPr>
          <p:nvPr>
            <p:ph type="title"/>
          </p:nvPr>
        </p:nvSpPr>
        <p:spPr/>
        <p:txBody>
          <a:bodyPr/>
          <a:lstStyle/>
          <a:p>
            <a:r>
              <a:rPr lang="en-US" dirty="0"/>
              <a:t>Verify Length Error</a:t>
            </a:r>
            <a:br>
              <a:rPr lang="en-US" dirty="0"/>
            </a:br>
            <a:endParaRPr lang="en-US" dirty="0"/>
          </a:p>
        </p:txBody>
      </p:sp>
      <p:sp>
        <p:nvSpPr>
          <p:cNvPr id="3" name="Text Placeholder 2">
            <a:extLst>
              <a:ext uri="{FF2B5EF4-FFF2-40B4-BE49-F238E27FC236}">
                <a16:creationId xmlns:a16="http://schemas.microsoft.com/office/drawing/2014/main" id="{514AF37D-A3FB-C108-2B9B-02F0D399AEE4}"/>
              </a:ext>
            </a:extLst>
          </p:cNvPr>
          <p:cNvSpPr>
            <a:spLocks noGrp="1"/>
          </p:cNvSpPr>
          <p:nvPr>
            <p:ph type="body" idx="1"/>
          </p:nvPr>
        </p:nvSpPr>
        <p:spPr/>
        <p:txBody>
          <a:bodyPr/>
          <a:lstStyle/>
          <a:p>
            <a:r>
              <a:rPr lang="en-US" dirty="0"/>
              <a:t>This is an example of a negative test</a:t>
            </a:r>
          </a:p>
          <a:p>
            <a:r>
              <a:rPr lang="en-US" dirty="0"/>
              <a:t>Collections can not reserve more memory than a containers max size.</a:t>
            </a:r>
          </a:p>
          <a:p>
            <a:r>
              <a:rPr lang="en-US" dirty="0"/>
              <a:t>Test attempts to reserve space above a containers max size.</a:t>
            </a:r>
          </a:p>
          <a:p>
            <a:r>
              <a:rPr lang="en-US" dirty="0"/>
              <a:t>Test successfully throws </a:t>
            </a:r>
            <a:r>
              <a:rPr lang="en-US" dirty="0" err="1"/>
              <a:t>length_error</a:t>
            </a:r>
            <a:endParaRPr lang="en-US" dirty="0"/>
          </a:p>
        </p:txBody>
      </p:sp>
      <p:pic>
        <p:nvPicPr>
          <p:cNvPr id="6" name="Picture 5">
            <a:extLst>
              <a:ext uri="{FF2B5EF4-FFF2-40B4-BE49-F238E27FC236}">
                <a16:creationId xmlns:a16="http://schemas.microsoft.com/office/drawing/2014/main" id="{92DF16D2-532D-DA30-750C-2C92E76567E2}"/>
              </a:ext>
            </a:extLst>
          </p:cNvPr>
          <p:cNvPicPr>
            <a:picLocks noChangeAspect="1"/>
          </p:cNvPicPr>
          <p:nvPr/>
        </p:nvPicPr>
        <p:blipFill>
          <a:blip r:embed="rId2"/>
          <a:stretch>
            <a:fillRect/>
          </a:stretch>
        </p:blipFill>
        <p:spPr>
          <a:xfrm>
            <a:off x="6172200" y="2194559"/>
            <a:ext cx="5334000" cy="757047"/>
          </a:xfrm>
          <a:prstGeom prst="rect">
            <a:avLst/>
          </a:prstGeom>
        </p:spPr>
      </p:pic>
      <p:pic>
        <p:nvPicPr>
          <p:cNvPr id="8" name="Picture 7">
            <a:extLst>
              <a:ext uri="{FF2B5EF4-FFF2-40B4-BE49-F238E27FC236}">
                <a16:creationId xmlns:a16="http://schemas.microsoft.com/office/drawing/2014/main" id="{8FCA0719-2E31-2314-AD0C-B11BC19E58AB}"/>
              </a:ext>
            </a:extLst>
          </p:cNvPr>
          <p:cNvPicPr>
            <a:picLocks noChangeAspect="1"/>
          </p:cNvPicPr>
          <p:nvPr/>
        </p:nvPicPr>
        <p:blipFill>
          <a:blip r:embed="rId3"/>
          <a:stretch>
            <a:fillRect/>
          </a:stretch>
        </p:blipFill>
        <p:spPr>
          <a:xfrm>
            <a:off x="6172200" y="3088764"/>
            <a:ext cx="5334000" cy="333872"/>
          </a:xfrm>
          <a:prstGeom prst="rect">
            <a:avLst/>
          </a:prstGeom>
        </p:spPr>
      </p:pic>
    </p:spTree>
    <p:extLst>
      <p:ext uri="{BB962C8B-B14F-4D97-AF65-F5344CB8AC3E}">
        <p14:creationId xmlns:p14="http://schemas.microsoft.com/office/powerpoint/2010/main" val="3172004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D23D1-F869-CA2D-3D88-DAA8E280ED99}"/>
              </a:ext>
            </a:extLst>
          </p:cNvPr>
          <p:cNvSpPr>
            <a:spLocks noGrp="1"/>
          </p:cNvSpPr>
          <p:nvPr>
            <p:ph type="title"/>
          </p:nvPr>
        </p:nvSpPr>
        <p:spPr/>
        <p:txBody>
          <a:bodyPr/>
          <a:lstStyle/>
          <a:p>
            <a:r>
              <a:rPr lang="en-US" dirty="0"/>
              <a:t>Always Fail</a:t>
            </a:r>
          </a:p>
        </p:txBody>
      </p:sp>
      <p:sp>
        <p:nvSpPr>
          <p:cNvPr id="3" name="Text Placeholder 2">
            <a:extLst>
              <a:ext uri="{FF2B5EF4-FFF2-40B4-BE49-F238E27FC236}">
                <a16:creationId xmlns:a16="http://schemas.microsoft.com/office/drawing/2014/main" id="{323B88BC-8B02-37E3-8FDA-F375E339F17C}"/>
              </a:ext>
            </a:extLst>
          </p:cNvPr>
          <p:cNvSpPr>
            <a:spLocks noGrp="1"/>
          </p:cNvSpPr>
          <p:nvPr>
            <p:ph type="body" idx="1"/>
          </p:nvPr>
        </p:nvSpPr>
        <p:spPr/>
        <p:txBody>
          <a:bodyPr/>
          <a:lstStyle/>
          <a:p>
            <a:r>
              <a:rPr lang="en-US" dirty="0"/>
              <a:t>This is an example of a failed test for demonstration</a:t>
            </a:r>
          </a:p>
        </p:txBody>
      </p:sp>
      <p:pic>
        <p:nvPicPr>
          <p:cNvPr id="6" name="Picture 5">
            <a:extLst>
              <a:ext uri="{FF2B5EF4-FFF2-40B4-BE49-F238E27FC236}">
                <a16:creationId xmlns:a16="http://schemas.microsoft.com/office/drawing/2014/main" id="{93E23CB1-871A-25A0-700D-BFD35FEA651D}"/>
              </a:ext>
            </a:extLst>
          </p:cNvPr>
          <p:cNvPicPr>
            <a:picLocks noChangeAspect="1"/>
          </p:cNvPicPr>
          <p:nvPr/>
        </p:nvPicPr>
        <p:blipFill>
          <a:blip r:embed="rId2"/>
          <a:stretch>
            <a:fillRect/>
          </a:stretch>
        </p:blipFill>
        <p:spPr>
          <a:xfrm>
            <a:off x="6172201" y="2194559"/>
            <a:ext cx="5333999" cy="764299"/>
          </a:xfrm>
          <a:prstGeom prst="rect">
            <a:avLst/>
          </a:prstGeom>
        </p:spPr>
      </p:pic>
      <p:pic>
        <p:nvPicPr>
          <p:cNvPr id="8" name="Picture 7">
            <a:extLst>
              <a:ext uri="{FF2B5EF4-FFF2-40B4-BE49-F238E27FC236}">
                <a16:creationId xmlns:a16="http://schemas.microsoft.com/office/drawing/2014/main" id="{E13C6A2D-86A2-F25E-DBE3-708C49D1C2B1}"/>
              </a:ext>
            </a:extLst>
          </p:cNvPr>
          <p:cNvPicPr>
            <a:picLocks noChangeAspect="1"/>
          </p:cNvPicPr>
          <p:nvPr/>
        </p:nvPicPr>
        <p:blipFill>
          <a:blip r:embed="rId3"/>
          <a:stretch>
            <a:fillRect/>
          </a:stretch>
        </p:blipFill>
        <p:spPr>
          <a:xfrm>
            <a:off x="6172201" y="3096016"/>
            <a:ext cx="5333999" cy="378136"/>
          </a:xfrm>
          <a:prstGeom prst="rect">
            <a:avLst/>
          </a:prstGeom>
        </p:spPr>
      </p:pic>
    </p:spTree>
    <p:extLst>
      <p:ext uri="{BB962C8B-B14F-4D97-AF65-F5344CB8AC3E}">
        <p14:creationId xmlns:p14="http://schemas.microsoft.com/office/powerpoint/2010/main" val="834520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080427"/>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 name="Text Placeholder 1">
            <a:extLst>
              <a:ext uri="{FF2B5EF4-FFF2-40B4-BE49-F238E27FC236}">
                <a16:creationId xmlns:a16="http://schemas.microsoft.com/office/drawing/2014/main" id="{7AE5ABAA-BFE6-E59E-2AA5-B1159678DDEC}"/>
              </a:ext>
            </a:extLst>
          </p:cNvPr>
          <p:cNvSpPr>
            <a:spLocks noGrp="1"/>
          </p:cNvSpPr>
          <p:nvPr>
            <p:ph type="body" idx="1"/>
          </p:nvPr>
        </p:nvSpPr>
        <p:spPr/>
        <p:txBody>
          <a:bodyPr>
            <a:normAutofit fontScale="77500" lnSpcReduction="20000"/>
          </a:bodyPr>
          <a:lstStyle/>
          <a:p>
            <a:r>
              <a:rPr lang="en-US" dirty="0"/>
              <a:t>Pre-Production</a:t>
            </a:r>
          </a:p>
          <a:p>
            <a:r>
              <a:rPr lang="en-US" dirty="0"/>
              <a:t>Assess and Plan</a:t>
            </a:r>
          </a:p>
          <a:p>
            <a:pPr lvl="1"/>
            <a:r>
              <a:rPr lang="en-US" dirty="0"/>
              <a:t>Determine likely threats</a:t>
            </a:r>
          </a:p>
          <a:p>
            <a:pPr lvl="1"/>
            <a:r>
              <a:rPr lang="en-US" dirty="0"/>
              <a:t>Regulatory requirements</a:t>
            </a:r>
          </a:p>
          <a:p>
            <a:r>
              <a:rPr lang="en-US" dirty="0"/>
              <a:t>Design</a:t>
            </a:r>
          </a:p>
          <a:p>
            <a:pPr lvl="1"/>
            <a:r>
              <a:rPr lang="en-US" dirty="0"/>
              <a:t>Adhere to best practices</a:t>
            </a:r>
          </a:p>
          <a:p>
            <a:pPr lvl="1"/>
            <a:r>
              <a:rPr lang="en-US" dirty="0"/>
              <a:t>Use test-driven design</a:t>
            </a:r>
          </a:p>
          <a:p>
            <a:r>
              <a:rPr lang="en-US" dirty="0"/>
              <a:t>Build</a:t>
            </a:r>
          </a:p>
          <a:p>
            <a:pPr lvl="1"/>
            <a:r>
              <a:rPr lang="en-US" dirty="0"/>
              <a:t>Secure the build</a:t>
            </a:r>
          </a:p>
          <a:p>
            <a:pPr lvl="1"/>
            <a:r>
              <a:rPr lang="en-US" dirty="0"/>
              <a:t>Use only trusted repositories</a:t>
            </a:r>
          </a:p>
          <a:p>
            <a:r>
              <a:rPr lang="en-US" dirty="0"/>
              <a:t>Verify and Test</a:t>
            </a:r>
          </a:p>
          <a:p>
            <a:pPr lvl="1"/>
            <a:r>
              <a:rPr lang="en-US" dirty="0"/>
              <a:t>Use static testing to scan for vulnerabilities (C++Check, </a:t>
            </a:r>
            <a:r>
              <a:rPr lang="en-US" dirty="0" err="1"/>
              <a:t>CodeSonar</a:t>
            </a:r>
            <a:r>
              <a:rPr lang="en-US" dirty="0"/>
              <a:t>, etc.)</a:t>
            </a:r>
          </a:p>
          <a:p>
            <a:pPr lvl="1"/>
            <a:r>
              <a:rPr lang="en-US" dirty="0"/>
              <a:t>Use unit tests to ensure code functions as intended (</a:t>
            </a:r>
            <a:r>
              <a:rPr lang="en-US" dirty="0" err="1"/>
              <a:t>GTest</a:t>
            </a:r>
            <a:r>
              <a:rPr lang="en-US" dirty="0"/>
              <a:t>, </a:t>
            </a:r>
            <a:r>
              <a:rPr lang="en-US" dirty="0" err="1"/>
              <a:t>CTest</a:t>
            </a:r>
            <a:r>
              <a:rPr lang="en-US" dirty="0"/>
              <a:t>, etc.)</a:t>
            </a:r>
          </a:p>
        </p:txBody>
      </p:sp>
      <p:sp>
        <p:nvSpPr>
          <p:cNvPr id="3" name="Text Placeholder 2">
            <a:extLst>
              <a:ext uri="{FF2B5EF4-FFF2-40B4-BE49-F238E27FC236}">
                <a16:creationId xmlns:a16="http://schemas.microsoft.com/office/drawing/2014/main" id="{E0458675-5457-53F2-4E69-57C7623ACDFD}"/>
              </a:ext>
            </a:extLst>
          </p:cNvPr>
          <p:cNvSpPr>
            <a:spLocks noGrp="1"/>
          </p:cNvSpPr>
          <p:nvPr>
            <p:ph type="body" idx="2"/>
          </p:nvPr>
        </p:nvSpPr>
        <p:spPr/>
        <p:txBody>
          <a:bodyPr>
            <a:normAutofit fontScale="85000" lnSpcReduction="20000"/>
          </a:bodyPr>
          <a:lstStyle/>
          <a:p>
            <a:r>
              <a:rPr lang="en-US" dirty="0"/>
              <a:t>Production</a:t>
            </a:r>
          </a:p>
          <a:p>
            <a:r>
              <a:rPr lang="en-US" dirty="0"/>
              <a:t>Transition and Health Check</a:t>
            </a:r>
          </a:p>
          <a:p>
            <a:pPr lvl="1"/>
            <a:r>
              <a:rPr lang="en-US" dirty="0"/>
              <a:t>Penetration testing (manual or automated)</a:t>
            </a:r>
          </a:p>
          <a:p>
            <a:pPr lvl="1"/>
            <a:r>
              <a:rPr lang="en-US" dirty="0"/>
              <a:t>Set security settings</a:t>
            </a:r>
          </a:p>
          <a:p>
            <a:r>
              <a:rPr lang="en-US" dirty="0"/>
              <a:t>Monitor and Detect</a:t>
            </a:r>
          </a:p>
          <a:p>
            <a:pPr lvl="1"/>
            <a:r>
              <a:rPr lang="en-US" dirty="0"/>
              <a:t>Log collection</a:t>
            </a:r>
          </a:p>
          <a:p>
            <a:pPr lvl="1"/>
            <a:r>
              <a:rPr lang="en-US" dirty="0"/>
              <a:t>Event alerting</a:t>
            </a:r>
          </a:p>
          <a:p>
            <a:pPr lvl="1"/>
            <a:r>
              <a:rPr lang="en-US" dirty="0"/>
              <a:t>Intrusion detecting</a:t>
            </a:r>
          </a:p>
          <a:p>
            <a:r>
              <a:rPr lang="en-US" dirty="0"/>
              <a:t>Respond</a:t>
            </a:r>
          </a:p>
          <a:p>
            <a:pPr lvl="1"/>
            <a:r>
              <a:rPr lang="en-US" dirty="0"/>
              <a:t>Block attacks</a:t>
            </a:r>
          </a:p>
          <a:p>
            <a:r>
              <a:rPr lang="en-US" dirty="0"/>
              <a:t>Maintain and Stabilize</a:t>
            </a:r>
          </a:p>
          <a:p>
            <a:pPr lvl="1"/>
            <a:r>
              <a:rPr lang="en-US" dirty="0"/>
              <a:t>Return to stable state after compromise or attack</a:t>
            </a:r>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 name="Text Placeholder 1">
            <a:extLst>
              <a:ext uri="{FF2B5EF4-FFF2-40B4-BE49-F238E27FC236}">
                <a16:creationId xmlns:a16="http://schemas.microsoft.com/office/drawing/2014/main" id="{F14E4592-C09A-E2BB-5854-6A4A260DA66B}"/>
              </a:ext>
            </a:extLst>
          </p:cNvPr>
          <p:cNvSpPr>
            <a:spLocks noGrp="1"/>
          </p:cNvSpPr>
          <p:nvPr>
            <p:ph type="body" idx="1"/>
          </p:nvPr>
        </p:nvSpPr>
        <p:spPr/>
        <p:txBody>
          <a:bodyPr>
            <a:normAutofit fontScale="92500" lnSpcReduction="20000"/>
          </a:bodyPr>
          <a:lstStyle/>
          <a:p>
            <a:r>
              <a:rPr lang="en-US" dirty="0"/>
              <a:t>Early Security Implementation</a:t>
            </a:r>
          </a:p>
        </p:txBody>
      </p:sp>
      <p:sp>
        <p:nvSpPr>
          <p:cNvPr id="3" name="Text Placeholder 2">
            <a:extLst>
              <a:ext uri="{FF2B5EF4-FFF2-40B4-BE49-F238E27FC236}">
                <a16:creationId xmlns:a16="http://schemas.microsoft.com/office/drawing/2014/main" id="{39222024-7A2F-691E-F868-EF6E986BA914}"/>
              </a:ext>
            </a:extLst>
          </p:cNvPr>
          <p:cNvSpPr>
            <a:spLocks noGrp="1"/>
          </p:cNvSpPr>
          <p:nvPr>
            <p:ph type="body" idx="2"/>
          </p:nvPr>
        </p:nvSpPr>
        <p:spPr/>
        <p:txBody>
          <a:bodyPr/>
          <a:lstStyle/>
          <a:p>
            <a:r>
              <a:rPr lang="en-US" dirty="0"/>
              <a:t>Seamless integration during development and planning</a:t>
            </a:r>
          </a:p>
          <a:p>
            <a:r>
              <a:rPr lang="en-US" dirty="0"/>
              <a:t>Reduce the risk of vulnerabilities</a:t>
            </a:r>
          </a:p>
          <a:p>
            <a:r>
              <a:rPr lang="en-US" dirty="0"/>
              <a:t>Proactive commitment to safeguarding data</a:t>
            </a:r>
          </a:p>
          <a:p>
            <a:r>
              <a:rPr lang="en-US" dirty="0"/>
              <a:t>Encourages consistency across the codebase</a:t>
            </a:r>
          </a:p>
        </p:txBody>
      </p:sp>
      <p:sp>
        <p:nvSpPr>
          <p:cNvPr id="4" name="Text Placeholder 3">
            <a:extLst>
              <a:ext uri="{FF2B5EF4-FFF2-40B4-BE49-F238E27FC236}">
                <a16:creationId xmlns:a16="http://schemas.microsoft.com/office/drawing/2014/main" id="{4E38D182-DA57-11C7-A7E8-73A9CBB07E9B}"/>
              </a:ext>
            </a:extLst>
          </p:cNvPr>
          <p:cNvSpPr>
            <a:spLocks noGrp="1"/>
          </p:cNvSpPr>
          <p:nvPr>
            <p:ph type="body" idx="3"/>
          </p:nvPr>
        </p:nvSpPr>
        <p:spPr/>
        <p:txBody>
          <a:bodyPr>
            <a:normAutofit fontScale="92500" lnSpcReduction="20000"/>
          </a:bodyPr>
          <a:lstStyle/>
          <a:p>
            <a:r>
              <a:rPr lang="en-US" dirty="0"/>
              <a:t>Delayed Security Implementation</a:t>
            </a:r>
          </a:p>
        </p:txBody>
      </p:sp>
      <p:sp>
        <p:nvSpPr>
          <p:cNvPr id="5" name="Text Placeholder 4">
            <a:extLst>
              <a:ext uri="{FF2B5EF4-FFF2-40B4-BE49-F238E27FC236}">
                <a16:creationId xmlns:a16="http://schemas.microsoft.com/office/drawing/2014/main" id="{C5BD5F87-9D3C-EFCF-0138-41EA4319FB6F}"/>
              </a:ext>
            </a:extLst>
          </p:cNvPr>
          <p:cNvSpPr>
            <a:spLocks noGrp="1"/>
          </p:cNvSpPr>
          <p:nvPr>
            <p:ph type="body" idx="4"/>
          </p:nvPr>
        </p:nvSpPr>
        <p:spPr/>
        <p:txBody>
          <a:bodyPr>
            <a:normAutofit/>
          </a:bodyPr>
          <a:lstStyle/>
          <a:p>
            <a:r>
              <a:rPr lang="en-US" dirty="0"/>
              <a:t>May face resistance or support</a:t>
            </a:r>
          </a:p>
          <a:p>
            <a:r>
              <a:rPr lang="en-US" dirty="0"/>
              <a:t>Increase costs</a:t>
            </a:r>
          </a:p>
          <a:p>
            <a:r>
              <a:rPr lang="en-US" dirty="0"/>
              <a:t>Retrofitting security features is difficult and less effective</a:t>
            </a:r>
          </a:p>
          <a:p>
            <a:r>
              <a:rPr lang="en-US" dirty="0"/>
              <a:t>Increase risk of data breaches vulnerabilities </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200000"/>
              </a:lnSpc>
              <a:spcBef>
                <a:spcPts val="0"/>
              </a:spcBef>
              <a:spcAft>
                <a:spcPts val="0"/>
              </a:spcAft>
              <a:buClr>
                <a:schemeClr val="lt1"/>
              </a:buClr>
              <a:buSzPts val="1800"/>
              <a:buChar char="•"/>
            </a:pPr>
            <a:r>
              <a:rPr lang="en-US" sz="2000" dirty="0"/>
              <a:t>A policy only works if it is followed consistently</a:t>
            </a:r>
          </a:p>
          <a:p>
            <a:pPr marL="1143000" lvl="2" indent="-228600" algn="l" rtl="0">
              <a:lnSpc>
                <a:spcPct val="200000"/>
              </a:lnSpc>
              <a:spcBef>
                <a:spcPts val="0"/>
              </a:spcBef>
              <a:spcAft>
                <a:spcPts val="0"/>
              </a:spcAft>
              <a:buClr>
                <a:schemeClr val="lt1"/>
              </a:buClr>
              <a:buSzPts val="1800"/>
              <a:buChar char="•"/>
            </a:pPr>
            <a:r>
              <a:rPr lang="en-US" sz="2000" dirty="0"/>
              <a:t>All developers should be trained in the new policy and </a:t>
            </a:r>
            <a:r>
              <a:rPr lang="en-US" sz="2000" dirty="0" err="1"/>
              <a:t>DevSecOps</a:t>
            </a:r>
            <a:endParaRPr lang="en-US" sz="2000" dirty="0"/>
          </a:p>
          <a:p>
            <a:pPr marL="1143000" lvl="2" indent="-228600" algn="l" rtl="0">
              <a:lnSpc>
                <a:spcPct val="200000"/>
              </a:lnSpc>
              <a:spcBef>
                <a:spcPts val="0"/>
              </a:spcBef>
              <a:spcAft>
                <a:spcPts val="0"/>
              </a:spcAft>
              <a:buClr>
                <a:schemeClr val="lt1"/>
              </a:buClr>
              <a:buSzPts val="1800"/>
              <a:buChar char="•"/>
            </a:pPr>
            <a:r>
              <a:rPr lang="en-US" sz="2000" dirty="0"/>
              <a:t>The policy should be open to changes as the threat landscape changes</a:t>
            </a:r>
          </a:p>
          <a:p>
            <a:pPr marL="1143000" lvl="2" indent="-228600" algn="l" rtl="0">
              <a:lnSpc>
                <a:spcPct val="200000"/>
              </a:lnSpc>
              <a:spcBef>
                <a:spcPts val="0"/>
              </a:spcBef>
              <a:spcAft>
                <a:spcPts val="0"/>
              </a:spcAft>
              <a:buClr>
                <a:schemeClr val="lt1"/>
              </a:buClr>
              <a:buSzPts val="1800"/>
              <a:buChar char="•"/>
            </a:pPr>
            <a:r>
              <a:rPr lang="en-US" sz="2000" dirty="0"/>
              <a:t>Any changes in the policy should be communicated to all developers</a:t>
            </a:r>
          </a:p>
          <a:p>
            <a:pPr marL="1143000" lvl="2" indent="-228600" algn="l" rtl="0">
              <a:lnSpc>
                <a:spcPct val="200000"/>
              </a:lnSpc>
              <a:spcBef>
                <a:spcPts val="0"/>
              </a:spcBef>
              <a:spcAft>
                <a:spcPts val="0"/>
              </a:spcAft>
              <a:buClr>
                <a:schemeClr val="lt1"/>
              </a:buClr>
              <a:buSzPts val="1800"/>
              <a:buChar char="•"/>
            </a:pPr>
            <a:r>
              <a:rPr lang="en-US" sz="2000" dirty="0"/>
              <a:t>Following the security policy should be a condition of employment</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pPr>
            <a:r>
              <a:rPr lang="en-US" dirty="0"/>
              <a:t>Security will be implemented at the earliest stages of production</a:t>
            </a:r>
          </a:p>
          <a:p>
            <a:pPr marL="228600" lvl="0" indent="-228600" algn="l" rtl="0">
              <a:lnSpc>
                <a:spcPct val="90000"/>
              </a:lnSpc>
              <a:spcBef>
                <a:spcPts val="0"/>
              </a:spcBef>
              <a:spcAft>
                <a:spcPts val="0"/>
              </a:spcAft>
              <a:buClr>
                <a:schemeClr val="lt1"/>
              </a:buClr>
              <a:buSzPts val="2200"/>
              <a:buChar char="•"/>
            </a:pPr>
            <a:r>
              <a:rPr lang="en-US" dirty="0"/>
              <a:t>All relevant associates will receive thorough training on security development practices and the current policy</a:t>
            </a:r>
          </a:p>
          <a:p>
            <a:pPr marL="228600" lvl="0" indent="-228600" algn="l" rtl="0">
              <a:lnSpc>
                <a:spcPct val="90000"/>
              </a:lnSpc>
              <a:spcBef>
                <a:spcPts val="0"/>
              </a:spcBef>
              <a:spcAft>
                <a:spcPts val="0"/>
              </a:spcAft>
              <a:buClr>
                <a:schemeClr val="lt1"/>
              </a:buClr>
              <a:buSzPts val="2200"/>
              <a:buChar char="•"/>
            </a:pPr>
            <a:r>
              <a:rPr lang="en-US" dirty="0"/>
              <a:t>Enforcement of the security policy will be implemented. </a:t>
            </a:r>
          </a:p>
          <a:p>
            <a:pPr marL="228600" lvl="0" indent="-228600" algn="l" rtl="0">
              <a:lnSpc>
                <a:spcPct val="90000"/>
              </a:lnSpc>
              <a:spcBef>
                <a:spcPts val="0"/>
              </a:spcBef>
              <a:spcAft>
                <a:spcPts val="0"/>
              </a:spcAft>
              <a:buClr>
                <a:schemeClr val="lt1"/>
              </a:buClr>
              <a:buSzPts val="2200"/>
              <a:buChar char="•"/>
            </a:pPr>
            <a:r>
              <a:rPr lang="en-US" dirty="0"/>
              <a:t>Applications will not be deployed until all security policy requirements have been met.</a:t>
            </a:r>
          </a:p>
          <a:p>
            <a:pPr marL="228600" lvl="0" indent="-228600" algn="l" rtl="0">
              <a:lnSpc>
                <a:spcPct val="90000"/>
              </a:lnSpc>
              <a:spcBef>
                <a:spcPts val="0"/>
              </a:spcBef>
              <a:spcAft>
                <a:spcPts val="0"/>
              </a:spcAft>
              <a:buClr>
                <a:schemeClr val="lt1"/>
              </a:buClr>
              <a:buSzPts val="2200"/>
              <a:buChar char="•"/>
            </a:pPr>
            <a:r>
              <a:rPr lang="en-US" dirty="0"/>
              <a:t>The security policy will be reviewed and updated regularly to maintain effectiveness</a:t>
            </a:r>
          </a:p>
          <a:p>
            <a:pPr marL="228600" lvl="0" indent="-228600" algn="l" rtl="0">
              <a:lnSpc>
                <a:spcPct val="90000"/>
              </a:lnSpc>
              <a:spcBef>
                <a:spcPts val="0"/>
              </a:spcBef>
              <a:spcAft>
                <a:spcPts val="0"/>
              </a:spcAft>
              <a:buClr>
                <a:schemeClr val="lt1"/>
              </a:buClr>
              <a:buSzPts val="2200"/>
              <a:buChar char="•"/>
            </a:pPr>
            <a:r>
              <a:rPr lang="en-US" dirty="0"/>
              <a:t>Automated tests will be used regularly to ensure applications maintain security.</a:t>
            </a:r>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lang="en-US" dirty="0"/>
          </a:p>
          <a:p>
            <a:pPr marL="228600" lvl="0" indent="-228600" algn="l" rtl="0">
              <a:lnSpc>
                <a:spcPct val="90000"/>
              </a:lnSpc>
              <a:spcBef>
                <a:spcPts val="0"/>
              </a:spcBef>
              <a:spcAft>
                <a:spcPts val="0"/>
              </a:spcAft>
              <a:buClr>
                <a:schemeClr val="lt1"/>
              </a:buClr>
              <a:buSzPts val="2200"/>
              <a:buChar char="•"/>
            </a:pPr>
            <a:endParaRPr dirty="0"/>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 indent="-457200">
              <a:buNone/>
            </a:pPr>
            <a:r>
              <a:rPr lang="en-US" dirty="0"/>
              <a:t>Carnegie Mellon University. (2026, January 1). </a:t>
            </a:r>
            <a:r>
              <a:rPr lang="en-US" i="1" dirty="0"/>
              <a:t>Sei Cert C++ coding standard | CERT SECURE CODING</a:t>
            </a:r>
            <a:r>
              <a:rPr lang="en-US" dirty="0"/>
              <a:t>. Software Engineering Institute. https://cmu-sei.github.io/secure-coding-standards/sei-cert-cpp-coding-standard</a:t>
            </a:r>
            <a:r>
              <a:rPr lang="en-US"/>
              <a:t>/ </a:t>
            </a:r>
          </a:p>
          <a:p>
            <a:pPr marL="114300" indent="-457200">
              <a:buNone/>
            </a:pPr>
            <a:endParaRPr lang="en-US" dirty="0">
              <a:effectLst/>
            </a:endParaRP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purl.org/dc/terms/"/>
    <ds:schemaRef ds:uri="http://www.w3.org/XML/1998/namespace"/>
    <ds:schemaRef ds:uri="http://schemas.microsoft.com/office/2006/documentManagement/types"/>
    <ds:schemaRef ds:uri="http://purl.org/dc/elements/1.1/"/>
    <ds:schemaRef ds:uri="http://purl.org/dc/dcmitype/"/>
    <ds:schemaRef ds:uri="http://schemas.openxmlformats.org/package/2006/metadata/core-properties"/>
    <ds:schemaRef ds:uri="http://schemas.microsoft.com/office/infopath/2007/PartnerControls"/>
    <ds:schemaRef ds:uri="http://schemas.microsoft.com/office/2006/metadata/propertie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Metadata/LabelInfo.xml><?xml version="1.0" encoding="utf-8"?>
<clbl:labelList xmlns:clbl="http://schemas.microsoft.com/office/2020/mipLabelMetadata">
  <clbl:label id="{2baef15b-b8de-423f-9d8a-46f3686d8848}" enabled="0" method="" siteId="{2baef15b-b8de-423f-9d8a-46f3686d8848}" removed="1"/>
</clbl:labelList>
</file>

<file path=docProps/app.xml><?xml version="1.0" encoding="utf-8"?>
<Properties xmlns="http://schemas.openxmlformats.org/officeDocument/2006/extended-properties" xmlns:vt="http://schemas.openxmlformats.org/officeDocument/2006/docPropsVTypes">
  <TotalTime>411</TotalTime>
  <Words>1450</Words>
  <Application>Microsoft Office PowerPoint</Application>
  <PresentationFormat>Widescreen</PresentationFormat>
  <Paragraphs>187</Paragraphs>
  <Slides>30</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Collection Smart Pointer Is Not Null</vt:lpstr>
      <vt:lpstr>Is Empty On Create</vt:lpstr>
      <vt:lpstr>Can Add To Empty Vector</vt:lpstr>
      <vt:lpstr>Can Add Five Values To Vector</vt:lpstr>
      <vt:lpstr>Verify Max Size Greater Than Or Equal To Size</vt:lpstr>
      <vt:lpstr>Verify Capacity Greater Than or Equal to Size</vt:lpstr>
      <vt:lpstr>Verify Resize Increases Collection</vt:lpstr>
      <vt:lpstr>Verify Resize Decreases Collection</vt:lpstr>
      <vt:lpstr>Verify Resize Decreases Collection To Zero </vt:lpstr>
      <vt:lpstr>Verify Clear Erases Collection </vt:lpstr>
      <vt:lpstr>Verify Erase Erases Collection </vt:lpstr>
      <vt:lpstr>Verify Reserve Increases Capacity Not Size </vt:lpstr>
      <vt:lpstr>Verify Index Out Of Range </vt:lpstr>
      <vt:lpstr>Verify Value Swap </vt:lpstr>
      <vt:lpstr>Verify Length Error </vt:lpstr>
      <vt:lpstr>Always Fail</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Takaya, Julianne</cp:lastModifiedBy>
  <cp:revision>5</cp:revision>
  <dcterms:created xsi:type="dcterms:W3CDTF">2020-08-19T17:59:24Z</dcterms:created>
  <dcterms:modified xsi:type="dcterms:W3CDTF">2026-06-29T02:20:25Z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